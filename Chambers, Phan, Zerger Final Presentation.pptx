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9144000"/>
  <p:embeddedFontLst>
    <p:embeddedFont>
      <p:font typeface="Roboto"/>
      <p:regular r:id="rId17"/>
      <p:bold r:id="rId18"/>
      <p:italic r:id="rId19"/>
      <p:boldItalic r:id="rId20"/>
    </p:embeddedFont>
    <p:embeddedFont>
      <p:font typeface="Gill Sans"/>
      <p:regular r:id="rId21"/>
      <p:bold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 roundtripDataSignature="AMtx7mhqklaf6EJlkzO80lSmS/Pz1wQwB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boldItalic.fntdata"/><Relationship Id="rId11" Type="http://schemas.openxmlformats.org/officeDocument/2006/relationships/slide" Target="slides/slide7.xml"/><Relationship Id="rId22" Type="http://schemas.openxmlformats.org/officeDocument/2006/relationships/font" Target="fonts/GillSans-bold.fntdata"/><Relationship Id="rId10" Type="http://schemas.openxmlformats.org/officeDocument/2006/relationships/slide" Target="slides/slide6.xml"/><Relationship Id="rId21" Type="http://schemas.openxmlformats.org/officeDocument/2006/relationships/font" Target="fonts/GillSans-regular.fntdata"/><Relationship Id="rId13" Type="http://schemas.openxmlformats.org/officeDocument/2006/relationships/slide" Target="slides/slide9.xml"/><Relationship Id="rId12" Type="http://schemas.openxmlformats.org/officeDocument/2006/relationships/slide" Target="slides/slide8.xml"/><Relationship Id="rId23" Type="http://customschemas.google.com/relationships/presentationmetadata" Target="meta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Roboto-regular.fntdata"/><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Roboto-italic.fntdata"/><Relationship Id="rId6" Type="http://schemas.openxmlformats.org/officeDocument/2006/relationships/slide" Target="slides/slide2.xml"/><Relationship Id="rId18" Type="http://schemas.openxmlformats.org/officeDocument/2006/relationships/font" Target="fonts/Roboto-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lang="en-US"/>
              <a:t>Hello, my name is Christopher Phan, and my associates are Shaquilla Chambers and Zach Zerger. We are here to discuss our future plans and implementation of our cybersecurity program for Marriott International.</a:t>
            </a:r>
            <a:endParaRPr/>
          </a:p>
        </p:txBody>
      </p:sp>
      <p:sp>
        <p:nvSpPr>
          <p:cNvPr id="100" name="Google Shape;10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Here is the agenda in what we are planning to discuss throughout this presentation so you may see the second part of our </a:t>
            </a:r>
            <a:r>
              <a:rPr lang="en-US"/>
              <a:t>cybersecurity</a:t>
            </a:r>
            <a:r>
              <a:rPr lang="en-US"/>
              <a:t> plan for Marriott International. The purpose of this will be delving into the concepts that we discussed in part one and creating practical and realistic solutions, demonstrating how these solutions were developed and defend Marriott’s digital assets from now to the future.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Firstly, we will begin with a review from part one from our previous presentation to the board.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Second topic will concern </a:t>
            </a:r>
            <a:r>
              <a:rPr lang="en-US"/>
              <a:t>our security and staffing strategy, exploring how Marriott International will gain and retain key staff and talent.</a:t>
            </a:r>
            <a:r>
              <a:rPr lang="en-US"/>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Third part will be our business </a:t>
            </a:r>
            <a:r>
              <a:rPr lang="en-US"/>
              <a:t>continuity</a:t>
            </a:r>
            <a:r>
              <a:rPr lang="en-US"/>
              <a:t> strategy, examining how Marriott International will continue even if </a:t>
            </a:r>
            <a:r>
              <a:rPr lang="en-US"/>
              <a:t>critical</a:t>
            </a:r>
            <a:r>
              <a:rPr lang="en-US"/>
              <a:t> systems are failing.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will transition into our fourth part, our incident response protocols. Focusing on how Marriott International will counter any security events that may appear in the future.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Next </a:t>
            </a:r>
            <a:r>
              <a:rPr lang="en-US"/>
              <a:t>is the budget for the cybersecurity operations here at Marriott International.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sixth point will be one of the most vital operations, that being the security </a:t>
            </a:r>
            <a:r>
              <a:rPr lang="en-US"/>
              <a:t>awareness</a:t>
            </a:r>
            <a:r>
              <a:rPr lang="en-US"/>
              <a:t> and education on cybersecurity, which our plans in how to develop a security culture and increasing our security posture through our employees.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Our seventh point </a:t>
            </a:r>
            <a:r>
              <a:rPr lang="en-US"/>
              <a:t>will be security metrics, which will discuss how our security indicators will be measured and evaluated.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Lastly, is the overall cybersecurity strategy, concluding our future plans.</a:t>
            </a:r>
            <a:endParaRPr/>
          </a:p>
        </p:txBody>
      </p:sp>
      <p:sp>
        <p:nvSpPr>
          <p:cNvPr id="110" name="Google Shape;11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It is important to remind ourselves what our mission and core values are. For Marriott International, our mission is to create an environment for customers that is memorable and pleasant for any occasion, to be the best travel company in the world. Our core values are to put people first, pursue the highest standards </a:t>
            </a:r>
            <a:r>
              <a:rPr lang="en-US"/>
              <a:t>of</a:t>
            </a:r>
            <a:r>
              <a:rPr lang="en-US"/>
              <a:t> excellence, innovation in the field, and to never compromise our integrity.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For Marriott security teams, our mission is to safeguard information assets from any threats, internal or external, promoting information security. As well, the security core values are the three tenets of all cybersecurity professionals: confidentiality, integrity, and availability.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also created our IT organization chart, detailing how staff will be oriented, lending these teams to </a:t>
            </a:r>
            <a:r>
              <a:rPr lang="en-US"/>
              <a:t>emphasize </a:t>
            </a:r>
            <a:r>
              <a:rPr lang="en-US"/>
              <a:t>information security.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Lastly, the security challenges that Marriott International are facing are: data security, insider threat, third party vendor compromise, and regulation upkeep. These are the current challenges that we have decided are most important for Marriott to address.</a:t>
            </a:r>
            <a:endParaRPr/>
          </a:p>
        </p:txBody>
      </p:sp>
      <p:sp>
        <p:nvSpPr>
          <p:cNvPr id="116" name="Google Shape;11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582983c6d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582983c6d1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The vectors in how we will reach possible new employees is through: (1) utilizing online job boards as well as using Marriott International career link in our website (2) </a:t>
            </a:r>
            <a:r>
              <a:rPr lang="en-US"/>
              <a:t>gaining</a:t>
            </a:r>
            <a:r>
              <a:rPr lang="en-US"/>
              <a:t> direct references from security personnel, a pipeline in talent </a:t>
            </a:r>
            <a:r>
              <a:rPr lang="en-US"/>
              <a:t>acquisition</a:t>
            </a:r>
            <a:r>
              <a:rPr lang="en-US"/>
              <a:t>, and (3) touring universities or events by being at career fairs on rising professionals. As well, Marriott can make use of targeted ads for outreach.</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skills we are looking for new hires in Marriott International are: an eagerness to learn and adapt, advanced problem solving skills with an aptitude for </a:t>
            </a:r>
            <a:r>
              <a:rPr lang="en-US"/>
              <a:t>attention to detail, able to effectively communicate and work independently and in a team, and has a greater understanding in cybersecurity core values, application principles, and methodologies.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There will be four rounds of interviews for every new hire: (1) the first round will consist of a HR interview between the candidate to see if they are a culture match, (2) the second round will be the candidate with their perspective security manager, (3) will be a technical interview to test the candidate’s technical skills and their problem solving pace and ability, and (4) the last round of interviews will be the candidate interacting with upper management, looking into their main aspirations for Marriott. Onboarding will consist of a two week training period, where the security team will be supervising and tutoring the candidate until they are ready to work independently.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How we will attract top talent and retain this talent is through a myriad of benefits, include but not limited to: high competitive pay, free insurance, work remotely, annual increase in compensation rate and yearly bonuses, 401K matching, stipend for remote work including wifi, phone, desks, and unlimited PTO. Also this includes Marriott helping to pay for employee’s education, paying for certifications, sponsoring employees to go to conferences, and Marriott will give licenses to employees for learning applications so employees can improve their own skills in their own time. These benefits are highly desirable and would be highly sought after for rising and top talent in the industry.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How we will handle employees leaving Marriott International, there will be an exit interview asking how we can improve our security posture, Marriott International in general, and what we can do to retain staff. It will be advised, but not required, to have a month notice ahead of time so Marriott can prepare for a role gap within our security organization. We will begin advertising on job boards and asking staff if they have any references or preferred replacements for the role. As well, possible internal hiring if there are those interested in the role. If possible, we would like this new personnel to train under the employee that is departing, so they have a direct comparison in what is expected of them. That is the security staffing strategy that Marriott International will operate at. I will be passing this on to Zach Zerger for our business continuity strategy.</a:t>
            </a:r>
            <a:endParaRPr/>
          </a:p>
        </p:txBody>
      </p:sp>
      <p:sp>
        <p:nvSpPr>
          <p:cNvPr id="123" name="Google Shape;123;g2582983c6d1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a:t>Availability is critical for Marriott as it relies on its network to book and manage the occupancy of over 8,000 hotels. The company could lose thousands of potential reservations every hour the network is down. Marriott’s global presence means the network must always run well because it processes and captures data at all hours. Marriott needs contingency systems that are flexible and scalable. Amazon Web Services offers this flexibility with its Pilot Light recovery cloud option. Pilot Light provides data backup solutions as well as duplication of key systems. The option is economically efficient because it only needs to be scaled during a significant disruption occurs. It also offers duplicate storage across regions.</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US"/>
              <a:t>“Thank you Chris</a:t>
            </a:r>
            <a:endParaRPr/>
          </a:p>
          <a:p>
            <a:pPr indent="0" lvl="0" marL="0" rtl="0" algn="l">
              <a:lnSpc>
                <a:spcPct val="115000"/>
              </a:lnSpc>
              <a:spcBef>
                <a:spcPts val="0"/>
              </a:spcBef>
              <a:spcAft>
                <a:spcPts val="0"/>
              </a:spcAft>
              <a:buClr>
                <a:schemeClr val="dk1"/>
              </a:buClr>
              <a:buSzPts val="1100"/>
              <a:buFont typeface="Arial"/>
              <a:buNone/>
            </a:pPr>
            <a:r>
              <a:rPr lang="en-US"/>
              <a:t>Marriott needs a comprehensive business continuity strategy.</a:t>
            </a:r>
            <a:endParaRPr/>
          </a:p>
          <a:p>
            <a:pPr indent="0" lvl="0" marL="0" rtl="0" algn="l">
              <a:lnSpc>
                <a:spcPct val="115000"/>
              </a:lnSpc>
              <a:spcBef>
                <a:spcPts val="0"/>
              </a:spcBef>
              <a:spcAft>
                <a:spcPts val="0"/>
              </a:spcAft>
              <a:buClr>
                <a:schemeClr val="dk1"/>
              </a:buClr>
              <a:buSzPts val="1100"/>
              <a:buFont typeface="Arial"/>
              <a:buNone/>
            </a:pPr>
            <a:r>
              <a:rPr lang="en-US"/>
              <a:t>Availability is critical for Marriott as it relies on its network to book and manage the occupancy of over 8,000 hotels. The company could lose thousands of potential reservations every hour if the network is down. Marriott needs a continuity strategy that allows for flexibility and scalability. Amazon Web Services offers this flexibility and scalability with its Pilot Light recovery cloud option. Pilot Light provides data backup solutions as well as duplication of key systems and applications. The option is economically efficient because it only needs to be scaled when a significant disruption occurs. As an Infrastructure-as a-service option, it can spin up instances that can take over when the main network or specific applications fail. It also offers duplicate storage across regions in case of a disaster in one area. Cloud based backup infrastructure gives the company many options and if simulation tests or lessons learned show that shorter recovery metrics are needed, it can always adjust its spending in this area and move to a warm standby or an always active real-time recovery.</a:t>
            </a:r>
            <a:endParaRPr/>
          </a:p>
          <a:p>
            <a:pPr indent="0" lvl="0" marL="0" rtl="0" algn="l">
              <a:lnSpc>
                <a:spcPct val="115000"/>
              </a:lnSpc>
              <a:spcBef>
                <a:spcPts val="0"/>
              </a:spcBef>
              <a:spcAft>
                <a:spcPts val="0"/>
              </a:spcAft>
              <a:buClr>
                <a:schemeClr val="dk1"/>
              </a:buClr>
              <a:buSzPts val="1100"/>
              <a:buFont typeface="Arial"/>
              <a:buNone/>
            </a:pPr>
            <a:r>
              <a:rPr lang="en-US"/>
              <a:t>A well developed business continuity strategy is essential in today’s threat environment.”</a:t>
            </a:r>
            <a:endParaRPr/>
          </a:p>
          <a:p>
            <a:pPr indent="0" lvl="0" marL="0" rtl="0" algn="l">
              <a:spcBef>
                <a:spcPts val="0"/>
              </a:spcBef>
              <a:spcAft>
                <a:spcPts val="0"/>
              </a:spcAft>
              <a:buNone/>
            </a:pPr>
            <a:r>
              <a:t/>
            </a:r>
            <a:endParaRPr/>
          </a:p>
        </p:txBody>
      </p:sp>
      <p:sp>
        <p:nvSpPr>
          <p:cNvPr id="130" name="Google Shape;13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Before there can be a response to an incident, there needs to be good detection infrastructure in place. The infrastructure would include having a Security Operations Center that monitors the network and reacts to alerts. Security and Event Management Systems can help track and automate the process. The network needs endpoint detection systems and IDS/IPS systems placed throughout the network. The incident response plan includes setting up a Computer Security Incident Response Team CSIRT, which the Incident Response Manager would lead. Incidents would be reported to the CISO and other compliance personnel, depending on the incident. The company would share intelligence with groups like CISA and local authorities. In a ransomware attack, the company would consider paying a ransom if it is determined that sensitive data was extracted in cleartext to try and prevent the data from being released. If no data was exfiltrated, the company would not pay the ransom and move to restore its data and systems from cloud backup.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there can be a response to an incident, lots of preparation must be done. Policies and procedures must be put in place. There needs to be designated personnel with an alert roster as well as out of band communications set up so the team can communicate off the network if needed. There needs to be good detection infrastructure in place. The infrastructure includes having a Security Operations Center that monitors the network and reacts to alerts. The SOC will utilize Security Information and Event Management Systems along with Security Orchestration, automation, and Response technology to help track and automate the process. The network needs endpoint detection systems and IDS/IPS systems placed throughout the network so it can feed logs into the SIEM. Analysts or the SOAR can pick up on Indicators of Compromise from these logs and determine if an incident has occurred. The incident response plan includes setting up a Computer Security Incident Response Team CSIRT, led by an Incident Response Manager. Incidents would be reported to the CISO, Legal, compliance personnel, HR and Public Relations depending on the incident. The company would share intelligence with groups like CISA and local authorities. In a ransomware attack, the company would consider paying a ransom if it is determined that sensitive data was extracted in cleartext to try and prevent the data from being released. If no data was exfiltrated, the company would not pay the ransom and move to restore its data and systems from cloud backup.</a:t>
            </a:r>
            <a:endParaRPr/>
          </a:p>
          <a:p>
            <a:pPr indent="0" lvl="0" marL="0" rtl="0" algn="l">
              <a:spcBef>
                <a:spcPts val="0"/>
              </a:spcBef>
              <a:spcAft>
                <a:spcPts val="0"/>
              </a:spcAft>
              <a:buNone/>
            </a:pPr>
            <a:r>
              <a:rPr lang="en-US"/>
              <a:t>Following an incident, the plan would include details to Contain, Eradicate and Recover as well as Post Incident activities. These activities include sharing lessons learned among all participants and leadership.“</a:t>
            </a:r>
            <a:endParaRPr/>
          </a:p>
        </p:txBody>
      </p:sp>
      <p:sp>
        <p:nvSpPr>
          <p:cNvPr id="137" name="Google Shape;13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Marriott’s budget is in line with others in the industry with a $62 million budget, which is .3 percent of annual revenue, based on a Deloitte study (Deloitte, 2020). The current budget has a significant allocation for Software and Hardware infrastructure as the company focuses on building out a more secure integrated network with endpoint security, identity management solutions, and application and data security as areas of focus.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“Marriott’s budget should be in line with others large corporations with a $62 million budget, which is .3 percent of annual revenue. The current budget has a significant allocation for Software and Hardware infrastructure as the company focuses on building out a more secure integrated network with endpoint security solutions, identity management solutions, and application and data security as areas of focus.</a:t>
            </a:r>
            <a:endParaRPr/>
          </a:p>
          <a:p>
            <a:pPr indent="0" lvl="0" marL="0" rtl="0" algn="l">
              <a:spcBef>
                <a:spcPts val="0"/>
              </a:spcBef>
              <a:spcAft>
                <a:spcPts val="0"/>
              </a:spcAft>
              <a:buNone/>
            </a:pPr>
            <a:r>
              <a:rPr lang="en-US"/>
              <a:t>With that I will hand it over to Shaquilla to go over security awareness and education.”.”</a:t>
            </a:r>
            <a:endParaRPr/>
          </a:p>
        </p:txBody>
      </p:sp>
      <p:sp>
        <p:nvSpPr>
          <p:cNvPr id="143" name="Google Shape;14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600">
                <a:latin typeface="Gill Sans"/>
                <a:ea typeface="Gill Sans"/>
                <a:cs typeface="Gill Sans"/>
                <a:sym typeface="Gill Sans"/>
              </a:rPr>
              <a:t>Today, I will discuss Marriott's Security Awareness and Education platform, which was designed to foster a culture of cybersecurity consciousness. Recognizing that cybersecurity is a collective responsibility, our initiative is strategically devised to mitigate cyber risks across the organization. Our approach incorporates several essential components. We've implemented various elements like interactive training modules, a system for disseminating security alerts, and a dedicated button to report phishing incidents. We also run simulated phishing campaigns and have an employee recognition program to reward strong cybersecurity practices.</a:t>
            </a:r>
            <a:endParaRPr sz="1600">
              <a:latin typeface="Gill Sans"/>
              <a:ea typeface="Gill Sans"/>
              <a:cs typeface="Gill Sans"/>
              <a:sym typeface="Gill Sans"/>
            </a:endParaRPr>
          </a:p>
          <a:p>
            <a:pPr indent="0" lvl="0" marL="0" rtl="0" algn="l">
              <a:lnSpc>
                <a:spcPct val="115000"/>
              </a:lnSpc>
              <a:spcBef>
                <a:spcPts val="0"/>
              </a:spcBef>
              <a:spcAft>
                <a:spcPts val="0"/>
              </a:spcAft>
              <a:buClr>
                <a:schemeClr val="dk1"/>
              </a:buClr>
              <a:buSzPts val="1100"/>
              <a:buFont typeface="Arial"/>
              <a:buNone/>
            </a:pPr>
            <a:r>
              <a:t/>
            </a:r>
            <a:endParaRPr sz="1600">
              <a:latin typeface="Gill Sans"/>
              <a:ea typeface="Gill Sans"/>
              <a:cs typeface="Gill Sans"/>
              <a:sym typeface="Gill Sans"/>
            </a:endParaRPr>
          </a:p>
          <a:p>
            <a:pPr indent="0" lvl="0" marL="0" rtl="0" algn="l">
              <a:lnSpc>
                <a:spcPct val="115000"/>
              </a:lnSpc>
              <a:spcBef>
                <a:spcPts val="0"/>
              </a:spcBef>
              <a:spcAft>
                <a:spcPts val="0"/>
              </a:spcAft>
              <a:buNone/>
            </a:pPr>
            <a:r>
              <a:rPr lang="en-US" sz="1600">
                <a:latin typeface="Gill Sans"/>
                <a:ea typeface="Gill Sans"/>
                <a:cs typeface="Gill Sans"/>
                <a:sym typeface="Gill Sans"/>
              </a:rPr>
              <a:t>We use engaging multimedia elements, workshops, webinars, newsletters, and visual aids to communicate. Our key topics include password security, phishing awareness, data protection, mobile device security, safe internet browsing, ransomware awareness, and the importance of using a VPN.</a:t>
            </a:r>
            <a:endParaRPr sz="1600">
              <a:latin typeface="Gill Sans"/>
              <a:ea typeface="Gill Sans"/>
              <a:cs typeface="Gill Sans"/>
              <a:sym typeface="Gill Sans"/>
            </a:endParaRPr>
          </a:p>
          <a:p>
            <a:pPr indent="0" lvl="0" marL="0" rtl="0" algn="l">
              <a:lnSpc>
                <a:spcPct val="115000"/>
              </a:lnSpc>
              <a:spcBef>
                <a:spcPts val="0"/>
              </a:spcBef>
              <a:spcAft>
                <a:spcPts val="0"/>
              </a:spcAft>
              <a:buClr>
                <a:schemeClr val="dk1"/>
              </a:buClr>
              <a:buSzPts val="1100"/>
              <a:buFont typeface="Arial"/>
              <a:buNone/>
            </a:pPr>
            <a:r>
              <a:t/>
            </a:r>
            <a:endParaRPr sz="1600">
              <a:latin typeface="Gill Sans"/>
              <a:ea typeface="Gill Sans"/>
              <a:cs typeface="Gill Sans"/>
              <a:sym typeface="Gill Sans"/>
            </a:endParaRPr>
          </a:p>
          <a:p>
            <a:pPr indent="0" lvl="0" marL="0" rtl="0" algn="l">
              <a:lnSpc>
                <a:spcPct val="115000"/>
              </a:lnSpc>
              <a:spcBef>
                <a:spcPts val="0"/>
              </a:spcBef>
              <a:spcAft>
                <a:spcPts val="0"/>
              </a:spcAft>
              <a:buClr>
                <a:schemeClr val="dk1"/>
              </a:buClr>
              <a:buSzPts val="1100"/>
              <a:buFont typeface="Arial"/>
              <a:buNone/>
            </a:pPr>
            <a:r>
              <a:rPr lang="en-US" sz="1600">
                <a:latin typeface="Gill Sans"/>
                <a:ea typeface="Gill Sans"/>
                <a:cs typeface="Gill Sans"/>
                <a:sym typeface="Gill Sans"/>
              </a:rPr>
              <a:t>Our training occurs before system access and is repeated periodically. We also maintain continuous security awareness through regular communication. To measure our plan's impact, we assess employees' understanding of cybersecurity before and after training, analyze phishing simulations, track security incidents, and collect employee feedback. We believe in catering to different learning styles for effective comprehension.</a:t>
            </a:r>
            <a:endParaRPr sz="1600">
              <a:latin typeface="Gill Sans"/>
              <a:ea typeface="Gill Sans"/>
              <a:cs typeface="Gill Sans"/>
              <a:sym typeface="Gill Sans"/>
            </a:endParaRPr>
          </a:p>
          <a:p>
            <a:pPr indent="0" lvl="0" marL="0" rtl="0" algn="l">
              <a:spcBef>
                <a:spcPts val="0"/>
              </a:spcBef>
              <a:spcAft>
                <a:spcPts val="0"/>
              </a:spcAft>
              <a:buNone/>
            </a:pPr>
            <a:r>
              <a:t/>
            </a:r>
            <a:endParaRPr/>
          </a:p>
        </p:txBody>
      </p:sp>
      <p:sp>
        <p:nvSpPr>
          <p:cNvPr id="149" name="Google Shape;14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600">
                <a:latin typeface="Gill Sans"/>
                <a:ea typeface="Gill Sans"/>
                <a:cs typeface="Gill Sans"/>
                <a:sym typeface="Gill Sans"/>
              </a:rPr>
              <a:t>Now let’s discuss the cybersecurity enhancements that have been implemented at Marriott International, particularly in the aftermath of the significant data breach in 2018. As a response to this incident, we have introduced robust security metrics that play a crucial role in both maintaining and evaluating our overall security posture.</a:t>
            </a:r>
            <a:endParaRPr sz="1600">
              <a:latin typeface="Gill Sans"/>
              <a:ea typeface="Gill Sans"/>
              <a:cs typeface="Gill Sans"/>
              <a:sym typeface="Gill Sans"/>
            </a:endParaRPr>
          </a:p>
          <a:p>
            <a:pPr indent="0" lvl="0" marL="0" rtl="0" algn="l">
              <a:lnSpc>
                <a:spcPct val="115000"/>
              </a:lnSpc>
              <a:spcBef>
                <a:spcPts val="0"/>
              </a:spcBef>
              <a:spcAft>
                <a:spcPts val="0"/>
              </a:spcAft>
              <a:buClr>
                <a:schemeClr val="dk1"/>
              </a:buClr>
              <a:buSzPts val="1100"/>
              <a:buFont typeface="Arial"/>
              <a:buNone/>
            </a:pPr>
            <a:r>
              <a:t/>
            </a:r>
            <a:endParaRPr sz="1600">
              <a:latin typeface="Gill Sans"/>
              <a:ea typeface="Gill Sans"/>
              <a:cs typeface="Gill Sans"/>
              <a:sym typeface="Gill Sans"/>
            </a:endParaRPr>
          </a:p>
          <a:p>
            <a:pPr indent="0" lvl="0" marL="0" rtl="0" algn="l">
              <a:lnSpc>
                <a:spcPct val="115000"/>
              </a:lnSpc>
              <a:spcBef>
                <a:spcPts val="0"/>
              </a:spcBef>
              <a:spcAft>
                <a:spcPts val="0"/>
              </a:spcAft>
              <a:buNone/>
            </a:pPr>
            <a:r>
              <a:rPr lang="en-US" sz="1600">
                <a:latin typeface="Gill Sans"/>
                <a:ea typeface="Gill Sans"/>
                <a:cs typeface="Gill Sans"/>
                <a:sym typeface="Gill Sans"/>
              </a:rPr>
              <a:t>One of the key security metrics we employ is the 'Number of Security Incidents.'This metric provides us with a quantitative measure of the security posture by tracking the total count of breaches, incidents, or vulnerabilities within the organization's infrastructure. By analyzing this data, we can identify trends and potential areas of weakness in our security system, enabling us to take proactive measures to address them. Our SOC team takes responsibility for collecting, analyzing, and reporting security incidents on a real-time or near real-time basis. Additionally, monthly or quarterly reports are generated to provide a comprehensive overview of incidents and trends.</a:t>
            </a:r>
            <a:endParaRPr sz="1600">
              <a:latin typeface="Gill Sans"/>
              <a:ea typeface="Gill Sans"/>
              <a:cs typeface="Gill Sans"/>
              <a:sym typeface="Gill Sans"/>
            </a:endParaRPr>
          </a:p>
          <a:p>
            <a:pPr indent="0" lvl="0" marL="0" rtl="0" algn="l">
              <a:lnSpc>
                <a:spcPct val="115000"/>
              </a:lnSpc>
              <a:spcBef>
                <a:spcPts val="0"/>
              </a:spcBef>
              <a:spcAft>
                <a:spcPts val="0"/>
              </a:spcAft>
              <a:buClr>
                <a:schemeClr val="dk1"/>
              </a:buClr>
              <a:buSzPts val="1100"/>
              <a:buFont typeface="Arial"/>
              <a:buNone/>
            </a:pPr>
            <a:r>
              <a:rPr lang="en-US" sz="1600">
                <a:latin typeface="Gill Sans"/>
                <a:ea typeface="Gill Sans"/>
                <a:cs typeface="Gill Sans"/>
                <a:sym typeface="Gill Sans"/>
              </a:rPr>
              <a:t> </a:t>
            </a:r>
            <a:endParaRPr sz="1600">
              <a:latin typeface="Gill Sans"/>
              <a:ea typeface="Gill Sans"/>
              <a:cs typeface="Gill Sans"/>
              <a:sym typeface="Gill Sans"/>
            </a:endParaRPr>
          </a:p>
          <a:p>
            <a:pPr indent="0" lvl="0" marL="0" rtl="0" algn="l">
              <a:lnSpc>
                <a:spcPct val="115000"/>
              </a:lnSpc>
              <a:spcBef>
                <a:spcPts val="0"/>
              </a:spcBef>
              <a:spcAft>
                <a:spcPts val="0"/>
              </a:spcAft>
              <a:buClr>
                <a:schemeClr val="dk1"/>
              </a:buClr>
              <a:buSzPts val="1100"/>
              <a:buFont typeface="Arial"/>
              <a:buNone/>
            </a:pPr>
            <a:r>
              <a:rPr lang="en-US" sz="1600">
                <a:latin typeface="Gill Sans"/>
                <a:ea typeface="Gill Sans"/>
                <a:cs typeface="Gill Sans"/>
                <a:sym typeface="Gill Sans"/>
              </a:rPr>
              <a:t>In addition the SOC monitors the other </a:t>
            </a:r>
            <a:r>
              <a:rPr lang="en-US" sz="1600">
                <a:latin typeface="Gill Sans"/>
                <a:ea typeface="Gill Sans"/>
                <a:cs typeface="Gill Sans"/>
                <a:sym typeface="Gill Sans"/>
              </a:rPr>
              <a:t>metric</a:t>
            </a:r>
            <a:r>
              <a:rPr lang="en-US" sz="1600">
                <a:latin typeface="Gill Sans"/>
                <a:ea typeface="Gill Sans"/>
                <a:cs typeface="Gill Sans"/>
                <a:sym typeface="Gill Sans"/>
              </a:rPr>
              <a:t> the 'Mean Time to Detect,' commonly referred to as MTTD. This metric signifies the average duration it takes to identify a security incident from the moment it originates. By measuring MTTD, we gain insights into the effectiveness of our security monitoring and detection systems, enabling us to streamline our response times.</a:t>
            </a:r>
            <a:endParaRPr sz="1600">
              <a:latin typeface="Gill Sans"/>
              <a:ea typeface="Gill Sans"/>
              <a:cs typeface="Gill Sans"/>
              <a:sym typeface="Gill Sans"/>
            </a:endParaRPr>
          </a:p>
          <a:p>
            <a:pPr indent="0" lvl="0" marL="0" rtl="0" algn="l">
              <a:lnSpc>
                <a:spcPct val="115000"/>
              </a:lnSpc>
              <a:spcBef>
                <a:spcPts val="0"/>
              </a:spcBef>
              <a:spcAft>
                <a:spcPts val="0"/>
              </a:spcAft>
              <a:buClr>
                <a:schemeClr val="dk1"/>
              </a:buClr>
              <a:buSzPts val="1100"/>
              <a:buFont typeface="Arial"/>
              <a:buNone/>
            </a:pPr>
            <a:r>
              <a:rPr lang="en-US" sz="1600">
                <a:latin typeface="Gill Sans"/>
                <a:ea typeface="Gill Sans"/>
                <a:cs typeface="Gill Sans"/>
                <a:sym typeface="Gill Sans"/>
              </a:rPr>
              <a:t> </a:t>
            </a:r>
            <a:endParaRPr sz="1600">
              <a:latin typeface="Gill Sans"/>
              <a:ea typeface="Gill Sans"/>
              <a:cs typeface="Gill Sans"/>
              <a:sym typeface="Gill Sans"/>
            </a:endParaRPr>
          </a:p>
          <a:p>
            <a:pPr indent="0" lvl="0" marL="0" rtl="0" algn="l">
              <a:lnSpc>
                <a:spcPct val="115000"/>
              </a:lnSpc>
              <a:spcBef>
                <a:spcPts val="0"/>
              </a:spcBef>
              <a:spcAft>
                <a:spcPts val="0"/>
              </a:spcAft>
              <a:buClr>
                <a:schemeClr val="dk1"/>
              </a:buClr>
              <a:buSzPts val="1100"/>
              <a:buFont typeface="Arial"/>
              <a:buNone/>
            </a:pPr>
            <a:r>
              <a:t/>
            </a:r>
            <a:endParaRPr sz="15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sz="1300">
              <a:latin typeface="Arial"/>
              <a:ea typeface="Arial"/>
              <a:cs typeface="Arial"/>
              <a:sym typeface="Arial"/>
            </a:endParaRPr>
          </a:p>
          <a:p>
            <a:pPr indent="0" lvl="0" marL="0" rtl="0" algn="l">
              <a:spcBef>
                <a:spcPts val="0"/>
              </a:spcBef>
              <a:spcAft>
                <a:spcPts val="0"/>
              </a:spcAft>
              <a:buNone/>
            </a:pPr>
            <a:r>
              <a:t/>
            </a:r>
            <a:endParaRPr/>
          </a:p>
        </p:txBody>
      </p:sp>
      <p:sp>
        <p:nvSpPr>
          <p:cNvPr id="155" name="Google Shape;15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596a21de19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en-US" sz="1500">
                <a:latin typeface="Gill Sans"/>
                <a:ea typeface="Gill Sans"/>
                <a:cs typeface="Gill Sans"/>
                <a:sym typeface="Gill Sans"/>
              </a:rPr>
              <a:t>"Moving on to the third metric which is the 'Rate of User Engagement for Phishing Simulation.' This measures how many users interact with simulated phishing attempts. This metric gauges the effectiveness of our security awareness training and points to areas needing more attention and reinforcement. By quantifying user engagement, we gauge the </a:t>
            </a:r>
            <a:r>
              <a:rPr lang="en-US" sz="1500">
                <a:latin typeface="Gill Sans"/>
                <a:ea typeface="Gill Sans"/>
                <a:cs typeface="Gill Sans"/>
                <a:sym typeface="Gill Sans"/>
              </a:rPr>
              <a:t>efficiency</a:t>
            </a:r>
            <a:r>
              <a:rPr lang="en-US" sz="1500">
                <a:latin typeface="Gill Sans"/>
                <a:ea typeface="Gill Sans"/>
                <a:cs typeface="Gill Sans"/>
                <a:sym typeface="Gill Sans"/>
              </a:rPr>
              <a:t>  of our security awareness training initiatives and pinpoint areas that require more attention and reinforcement. Also, this metric enables us to measure the success of our security awareness training programs and offers insights into our susceptibility to phishing attempts.</a:t>
            </a:r>
            <a:endParaRPr sz="1500">
              <a:latin typeface="Gill Sans"/>
              <a:ea typeface="Gill Sans"/>
              <a:cs typeface="Gill Sans"/>
              <a:sym typeface="Gill Sans"/>
            </a:endParaRPr>
          </a:p>
          <a:p>
            <a:pPr indent="0" lvl="0" marL="0" rtl="0" algn="l">
              <a:lnSpc>
                <a:spcPct val="115000"/>
              </a:lnSpc>
              <a:spcBef>
                <a:spcPts val="0"/>
              </a:spcBef>
              <a:spcAft>
                <a:spcPts val="0"/>
              </a:spcAft>
              <a:buNone/>
            </a:pPr>
            <a:r>
              <a:rPr lang="en-US" sz="1500">
                <a:latin typeface="Gill Sans"/>
                <a:ea typeface="Gill Sans"/>
                <a:cs typeface="Gill Sans"/>
                <a:sym typeface="Gill Sans"/>
              </a:rPr>
              <a:t> </a:t>
            </a:r>
            <a:endParaRPr sz="1500">
              <a:latin typeface="Gill Sans"/>
              <a:ea typeface="Gill Sans"/>
              <a:cs typeface="Gill Sans"/>
              <a:sym typeface="Gill Sans"/>
            </a:endParaRPr>
          </a:p>
          <a:p>
            <a:pPr indent="0" lvl="0" marL="0" rtl="0" algn="l">
              <a:lnSpc>
                <a:spcPct val="115000"/>
              </a:lnSpc>
              <a:spcBef>
                <a:spcPts val="0"/>
              </a:spcBef>
              <a:spcAft>
                <a:spcPts val="0"/>
              </a:spcAft>
              <a:buClr>
                <a:schemeClr val="dk1"/>
              </a:buClr>
              <a:buSzPts val="1100"/>
              <a:buFont typeface="Arial"/>
              <a:buNone/>
            </a:pPr>
            <a:r>
              <a:rPr lang="en-US" sz="1500">
                <a:latin typeface="Gill Sans"/>
                <a:ea typeface="Gill Sans"/>
                <a:cs typeface="Gill Sans"/>
                <a:sym typeface="Gill Sans"/>
              </a:rPr>
              <a:t>Additionally,</a:t>
            </a:r>
            <a:r>
              <a:rPr lang="en-US" sz="1500">
                <a:latin typeface="Gill Sans"/>
                <a:ea typeface="Gill Sans"/>
                <a:cs typeface="Gill Sans"/>
                <a:sym typeface="Gill Sans"/>
              </a:rPr>
              <a:t> we track the ‘Completion Rate for Security Awareness Training’.  This metric tracks the number of employees who have completed the required security awareness training. By monitoring the completion rate, we can assess the level of employee engagement and understanding of security best practices.  These visual aids of our security metrics assist us in comprehending our security protocols and strategies more effectively. By concentrating on these metrics, we are well-equipped to reinforce our defenses and adeptly protect against evolving security threats.</a:t>
            </a:r>
            <a:endParaRPr sz="1400">
              <a:latin typeface="Gill Sans"/>
              <a:ea typeface="Gill Sans"/>
              <a:cs typeface="Gill Sans"/>
              <a:sym typeface="Gill Sans"/>
            </a:endParaRPr>
          </a:p>
          <a:p>
            <a:pPr indent="0" lvl="0" marL="0" rtl="0" algn="l">
              <a:lnSpc>
                <a:spcPct val="115000"/>
              </a:lnSpc>
              <a:spcBef>
                <a:spcPts val="0"/>
              </a:spcBef>
              <a:spcAft>
                <a:spcPts val="0"/>
              </a:spcAft>
              <a:buClr>
                <a:schemeClr val="dk1"/>
              </a:buClr>
              <a:buSzPts val="1100"/>
              <a:buFont typeface="Arial"/>
              <a:buNone/>
            </a:pPr>
            <a:r>
              <a:t/>
            </a:r>
            <a:endParaRPr sz="1300">
              <a:latin typeface="Arial"/>
              <a:ea typeface="Arial"/>
              <a:cs typeface="Arial"/>
              <a:sym typeface="Arial"/>
            </a:endParaRPr>
          </a:p>
          <a:p>
            <a:pPr indent="0" lvl="0" marL="0" rtl="0" algn="l">
              <a:spcBef>
                <a:spcPts val="0"/>
              </a:spcBef>
              <a:spcAft>
                <a:spcPts val="0"/>
              </a:spcAft>
              <a:buNone/>
            </a:pPr>
            <a:r>
              <a:t/>
            </a:r>
            <a:endParaRPr/>
          </a:p>
        </p:txBody>
      </p:sp>
      <p:sp>
        <p:nvSpPr>
          <p:cNvPr id="162" name="Google Shape;162;g2596a21de1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500"/>
              <a:t>As Marriott International's Chief Information Security Officer, I emphasize the importance of a multi-faceted approach to cybersecurity. This involves tackling evolving threats, human error, and system interconnectivity. To reinforce our strategy, we must prioritize cybersecurity, invest in employee training, establish security metrics, optimize resource strategy, and foster a culture of security. Regular monitoring, collaboration, and a business continuity plan are pivotal for a resilient cybersecurity posture. Leadership should prioritize cybersecurity by implementing robust security measures, allocating sufficient funding and resources, and investing in cybersecurity awareness training. By defining metrics and implementing an effective incident response plan, we can assess success and minimize cyber incidents.</a:t>
            </a:r>
            <a:endParaRPr sz="1500"/>
          </a:p>
          <a:p>
            <a:pPr indent="0" lvl="0" marL="0" rtl="0" algn="l">
              <a:spcBef>
                <a:spcPts val="1200"/>
              </a:spcBef>
              <a:spcAft>
                <a:spcPts val="0"/>
              </a:spcAft>
              <a:buNone/>
            </a:pPr>
            <a:r>
              <a:rPr lang="en-US" sz="1300">
                <a:latin typeface="Roboto"/>
                <a:ea typeface="Roboto"/>
                <a:cs typeface="Roboto"/>
                <a:sym typeface="Roboto"/>
              </a:rPr>
              <a:t>So, join us in building a safer digital future! Take action now by advocating for cybersecurity awareness, supporting employee training, and championing resource allocation. Let's work together to strengthen our defenses, measure our progress, and ensure a resilient cyber landscape for Marriott International.</a:t>
            </a:r>
            <a:endParaRPr sz="1300">
              <a:latin typeface="Roboto"/>
              <a:ea typeface="Roboto"/>
              <a:cs typeface="Roboto"/>
              <a:sym typeface="Roboto"/>
            </a:endParaRPr>
          </a:p>
          <a:p>
            <a:pPr indent="0" lvl="0" marL="0" rtl="0" algn="l">
              <a:spcBef>
                <a:spcPts val="0"/>
              </a:spcBef>
              <a:spcAft>
                <a:spcPts val="0"/>
              </a:spcAft>
              <a:buNone/>
            </a:pPr>
            <a:r>
              <a:t/>
            </a:r>
            <a:endParaRPr sz="1300">
              <a:latin typeface="Roboto"/>
              <a:ea typeface="Roboto"/>
              <a:cs typeface="Roboto"/>
              <a:sym typeface="Roboto"/>
            </a:endParaRPr>
          </a:p>
          <a:p>
            <a:pPr indent="0" lvl="0" marL="0" rtl="0" algn="l">
              <a:spcBef>
                <a:spcPts val="0"/>
              </a:spcBef>
              <a:spcAft>
                <a:spcPts val="0"/>
              </a:spcAft>
              <a:buNone/>
            </a:pPr>
            <a:r>
              <a:rPr lang="en-US" sz="1300">
                <a:latin typeface="Roboto"/>
                <a:ea typeface="Roboto"/>
                <a:cs typeface="Roboto"/>
                <a:sym typeface="Roboto"/>
              </a:rPr>
              <a:t>The next slide is our references and that conclude the presentation for today. </a:t>
            </a:r>
            <a:endParaRPr sz="1300">
              <a:latin typeface="Roboto"/>
              <a:ea typeface="Roboto"/>
              <a:cs typeface="Roboto"/>
              <a:sym typeface="Roboto"/>
            </a:endParaRPr>
          </a:p>
        </p:txBody>
      </p:sp>
      <p:sp>
        <p:nvSpPr>
          <p:cNvPr id="169" name="Google Shape;16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 name="Shape 18"/>
        <p:cNvGrpSpPr/>
        <p:nvPr/>
      </p:nvGrpSpPr>
      <p:grpSpPr>
        <a:xfrm>
          <a:off x="0" y="0"/>
          <a:ext cx="0" cy="0"/>
          <a:chOff x="0" y="0"/>
          <a:chExt cx="0" cy="0"/>
        </a:xfrm>
      </p:grpSpPr>
      <p:sp>
        <p:nvSpPr>
          <p:cNvPr id="19" name="Google Shape;19;p12"/>
          <p:cNvSpPr/>
          <p:nvPr/>
        </p:nvSpPr>
        <p:spPr>
          <a:xfrm>
            <a:off x="440286" y="614407"/>
            <a:ext cx="11309338" cy="11892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2"/>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2"/>
          <p:cNvSpPr txBox="1"/>
          <p:nvPr>
            <p:ph idx="1" type="body"/>
          </p:nvPr>
        </p:nvSpPr>
        <p:spPr>
          <a:xfrm>
            <a:off x="581192" y="2180496"/>
            <a:ext cx="11029615" cy="3678303"/>
          </a:xfrm>
          <a:prstGeom prst="rect">
            <a:avLst/>
          </a:prstGeom>
          <a:noFill/>
          <a:ln>
            <a:noFill/>
          </a:ln>
        </p:spPr>
        <p:txBody>
          <a:bodyPr anchorCtr="0" anchor="ctr" bIns="45700" lIns="91425" spcFirstLastPara="1" rIns="91425" wrap="square" tIns="45700">
            <a:normAutofit/>
          </a:bodyPr>
          <a:lstStyle>
            <a:lvl1pPr indent="-333756" lvl="0" marL="457200" algn="l">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22" name="Google Shape;22;p12"/>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2"/>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2"/>
          <p:cNvSpPr txBox="1"/>
          <p:nvPr>
            <p:ph idx="12" type="sldNum"/>
          </p:nvPr>
        </p:nvSpPr>
        <p:spPr>
          <a:xfrm>
            <a:off x="10558300" y="5956137"/>
            <a:ext cx="105250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Text, company name&#10;&#10;Description automatically generated" id="25" name="Google Shape;25;p12"/>
          <p:cNvPicPr preferRelativeResize="0"/>
          <p:nvPr/>
        </p:nvPicPr>
        <p:blipFill rotWithShape="1">
          <a:blip r:embed="rId2">
            <a:alphaModFix/>
          </a:blip>
          <a:srcRect b="0" l="0" r="0" t="0"/>
          <a:stretch/>
        </p:blipFill>
        <p:spPr>
          <a:xfrm>
            <a:off x="364872" y="6199444"/>
            <a:ext cx="2510732" cy="42100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6" name="Shape 26"/>
        <p:cNvGrpSpPr/>
        <p:nvPr/>
      </p:nvGrpSpPr>
      <p:grpSpPr>
        <a:xfrm>
          <a:off x="0" y="0"/>
          <a:ext cx="0" cy="0"/>
          <a:chOff x="0" y="0"/>
          <a:chExt cx="0" cy="0"/>
        </a:xfrm>
      </p:grpSpPr>
      <p:sp>
        <p:nvSpPr>
          <p:cNvPr id="27" name="Google Shape;27;p13"/>
          <p:cNvSpPr/>
          <p:nvPr/>
        </p:nvSpPr>
        <p:spPr>
          <a:xfrm>
            <a:off x="446534" y="3085765"/>
            <a:ext cx="11262866" cy="3304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3"/>
          <p:cNvSpPr txBox="1"/>
          <p:nvPr>
            <p:ph type="ctrTitle"/>
          </p:nvPr>
        </p:nvSpPr>
        <p:spPr>
          <a:xfrm>
            <a:off x="581191" y="1020431"/>
            <a:ext cx="10993549" cy="1475013"/>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3600"/>
              <a:buFont typeface="Gill Sans"/>
              <a:buNone/>
              <a:defRPr sz="36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3"/>
          <p:cNvSpPr txBox="1"/>
          <p:nvPr>
            <p:ph idx="1" type="subTitle"/>
          </p:nvPr>
        </p:nvSpPr>
        <p:spPr>
          <a:xfrm>
            <a:off x="581194" y="2495445"/>
            <a:ext cx="10993546" cy="590321"/>
          </a:xfrm>
          <a:prstGeom prst="rect">
            <a:avLst/>
          </a:prstGeom>
          <a:noFill/>
          <a:ln>
            <a:noFill/>
          </a:ln>
        </p:spPr>
        <p:txBody>
          <a:bodyPr anchorCtr="0" anchor="t" bIns="45700" lIns="91425" spcFirstLastPara="1" rIns="91425" wrap="square" tIns="45700">
            <a:normAutofit/>
          </a:bodyPr>
          <a:lstStyle>
            <a:lvl1pPr lvl="0" algn="l">
              <a:spcBef>
                <a:spcPts val="320"/>
              </a:spcBef>
              <a:spcAft>
                <a:spcPts val="0"/>
              </a:spcAft>
              <a:buSzPts val="1472"/>
              <a:buNone/>
              <a:defRPr sz="1600" cap="none">
                <a:solidFill>
                  <a:schemeClr val="accent2"/>
                </a:solidFill>
              </a:defRPr>
            </a:lvl1pPr>
            <a:lvl2pPr lvl="1" algn="ctr">
              <a:spcBef>
                <a:spcPts val="600"/>
              </a:spcBef>
              <a:spcAft>
                <a:spcPts val="0"/>
              </a:spcAft>
              <a:buSzPts val="1472"/>
              <a:buNone/>
              <a:defRPr>
                <a:solidFill>
                  <a:srgbClr val="888888"/>
                </a:solidFill>
              </a:defRPr>
            </a:lvl2pPr>
            <a:lvl3pPr lvl="2" algn="ctr">
              <a:spcBef>
                <a:spcPts val="600"/>
              </a:spcBef>
              <a:spcAft>
                <a:spcPts val="0"/>
              </a:spcAft>
              <a:buSzPts val="1288"/>
              <a:buNone/>
              <a:defRPr>
                <a:solidFill>
                  <a:srgbClr val="888888"/>
                </a:solidFill>
              </a:defRPr>
            </a:lvl3pPr>
            <a:lvl4pPr lvl="3" algn="ctr">
              <a:spcBef>
                <a:spcPts val="600"/>
              </a:spcBef>
              <a:spcAft>
                <a:spcPts val="0"/>
              </a:spcAft>
              <a:buSzPts val="1104"/>
              <a:buNone/>
              <a:defRPr>
                <a:solidFill>
                  <a:srgbClr val="888888"/>
                </a:solidFill>
              </a:defRPr>
            </a:lvl4pPr>
            <a:lvl5pPr lvl="4" algn="ctr">
              <a:spcBef>
                <a:spcPts val="600"/>
              </a:spcBef>
              <a:spcAft>
                <a:spcPts val="0"/>
              </a:spcAft>
              <a:buSzPts val="1104"/>
              <a:buNone/>
              <a:defRPr>
                <a:solidFill>
                  <a:srgbClr val="888888"/>
                </a:solidFill>
              </a:defRPr>
            </a:lvl5pPr>
            <a:lvl6pPr lvl="5" algn="ctr">
              <a:spcBef>
                <a:spcPts val="600"/>
              </a:spcBef>
              <a:spcAft>
                <a:spcPts val="0"/>
              </a:spcAft>
              <a:buSzPts val="1104"/>
              <a:buNone/>
              <a:defRPr>
                <a:solidFill>
                  <a:srgbClr val="888888"/>
                </a:solidFill>
              </a:defRPr>
            </a:lvl6pPr>
            <a:lvl7pPr lvl="6" algn="ctr">
              <a:spcBef>
                <a:spcPts val="600"/>
              </a:spcBef>
              <a:spcAft>
                <a:spcPts val="0"/>
              </a:spcAft>
              <a:buSzPts val="1104"/>
              <a:buNone/>
              <a:defRPr>
                <a:solidFill>
                  <a:srgbClr val="888888"/>
                </a:solidFill>
              </a:defRPr>
            </a:lvl7pPr>
            <a:lvl8pPr lvl="7" algn="ctr">
              <a:spcBef>
                <a:spcPts val="600"/>
              </a:spcBef>
              <a:spcAft>
                <a:spcPts val="0"/>
              </a:spcAft>
              <a:buSzPts val="1104"/>
              <a:buNone/>
              <a:defRPr>
                <a:solidFill>
                  <a:srgbClr val="888888"/>
                </a:solidFill>
              </a:defRPr>
            </a:lvl8pPr>
            <a:lvl9pPr lvl="8" algn="ctr">
              <a:spcBef>
                <a:spcPts val="600"/>
              </a:spcBef>
              <a:spcAft>
                <a:spcPts val="600"/>
              </a:spcAft>
              <a:buSzPts val="1104"/>
              <a:buNone/>
              <a:defRPr>
                <a:solidFill>
                  <a:srgbClr val="888888"/>
                </a:solidFill>
              </a:defRPr>
            </a:lvl9pPr>
          </a:lstStyle>
          <a:p/>
        </p:txBody>
      </p:sp>
      <p:sp>
        <p:nvSpPr>
          <p:cNvPr id="30" name="Google Shape;30;p13"/>
          <p:cNvSpPr txBox="1"/>
          <p:nvPr>
            <p:ph idx="10" type="dt"/>
          </p:nvPr>
        </p:nvSpPr>
        <p:spPr>
          <a:xfrm>
            <a:off x="7605951" y="5956137"/>
            <a:ext cx="28448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3"/>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3"/>
          <p:cNvSpPr txBox="1"/>
          <p:nvPr>
            <p:ph idx="12" type="sldNum"/>
          </p:nvPr>
        </p:nvSpPr>
        <p:spPr>
          <a:xfrm>
            <a:off x="10558300" y="5956137"/>
            <a:ext cx="101644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900" u="none" cap="none" strike="noStrike">
                <a:solidFill>
                  <a:srgbClr val="2D58AC"/>
                </a:solidFill>
                <a:latin typeface="Gill Sans"/>
                <a:ea typeface="Gill Sans"/>
                <a:cs typeface="Gill Sans"/>
                <a:sym typeface="Gill Sans"/>
              </a:defRPr>
            </a:lvl1pPr>
            <a:lvl2pPr indent="0" lvl="1" marL="0" algn="r">
              <a:spcBef>
                <a:spcPts val="0"/>
              </a:spcBef>
              <a:buNone/>
              <a:defRPr b="0" i="0" sz="900" u="none" cap="none" strike="noStrike">
                <a:solidFill>
                  <a:srgbClr val="2D58AC"/>
                </a:solidFill>
                <a:latin typeface="Gill Sans"/>
                <a:ea typeface="Gill Sans"/>
                <a:cs typeface="Gill Sans"/>
                <a:sym typeface="Gill Sans"/>
              </a:defRPr>
            </a:lvl2pPr>
            <a:lvl3pPr indent="0" lvl="2" marL="0" algn="r">
              <a:spcBef>
                <a:spcPts val="0"/>
              </a:spcBef>
              <a:buNone/>
              <a:defRPr b="0" i="0" sz="900" u="none" cap="none" strike="noStrike">
                <a:solidFill>
                  <a:srgbClr val="2D58AC"/>
                </a:solidFill>
                <a:latin typeface="Gill Sans"/>
                <a:ea typeface="Gill Sans"/>
                <a:cs typeface="Gill Sans"/>
                <a:sym typeface="Gill Sans"/>
              </a:defRPr>
            </a:lvl3pPr>
            <a:lvl4pPr indent="0" lvl="3" marL="0" algn="r">
              <a:spcBef>
                <a:spcPts val="0"/>
              </a:spcBef>
              <a:buNone/>
              <a:defRPr b="0" i="0" sz="900" u="none" cap="none" strike="noStrike">
                <a:solidFill>
                  <a:srgbClr val="2D58AC"/>
                </a:solidFill>
                <a:latin typeface="Gill Sans"/>
                <a:ea typeface="Gill Sans"/>
                <a:cs typeface="Gill Sans"/>
                <a:sym typeface="Gill Sans"/>
              </a:defRPr>
            </a:lvl4pPr>
            <a:lvl5pPr indent="0" lvl="4" marL="0" algn="r">
              <a:spcBef>
                <a:spcPts val="0"/>
              </a:spcBef>
              <a:buNone/>
              <a:defRPr b="0" i="0" sz="900" u="none" cap="none" strike="noStrike">
                <a:solidFill>
                  <a:srgbClr val="2D58AC"/>
                </a:solidFill>
                <a:latin typeface="Gill Sans"/>
                <a:ea typeface="Gill Sans"/>
                <a:cs typeface="Gill Sans"/>
                <a:sym typeface="Gill Sans"/>
              </a:defRPr>
            </a:lvl5pPr>
            <a:lvl6pPr indent="0" lvl="5" marL="0" algn="r">
              <a:spcBef>
                <a:spcPts val="0"/>
              </a:spcBef>
              <a:buNone/>
              <a:defRPr b="0" i="0" sz="900" u="none" cap="none" strike="noStrike">
                <a:solidFill>
                  <a:srgbClr val="2D58AC"/>
                </a:solidFill>
                <a:latin typeface="Gill Sans"/>
                <a:ea typeface="Gill Sans"/>
                <a:cs typeface="Gill Sans"/>
                <a:sym typeface="Gill Sans"/>
              </a:defRPr>
            </a:lvl6pPr>
            <a:lvl7pPr indent="0" lvl="6" marL="0" algn="r">
              <a:spcBef>
                <a:spcPts val="0"/>
              </a:spcBef>
              <a:buNone/>
              <a:defRPr b="0" i="0" sz="900" u="none" cap="none" strike="noStrike">
                <a:solidFill>
                  <a:srgbClr val="2D58AC"/>
                </a:solidFill>
                <a:latin typeface="Gill Sans"/>
                <a:ea typeface="Gill Sans"/>
                <a:cs typeface="Gill Sans"/>
                <a:sym typeface="Gill Sans"/>
              </a:defRPr>
            </a:lvl7pPr>
            <a:lvl8pPr indent="0" lvl="7" marL="0" algn="r">
              <a:spcBef>
                <a:spcPts val="0"/>
              </a:spcBef>
              <a:buNone/>
              <a:defRPr b="0" i="0" sz="900" u="none" cap="none" strike="noStrike">
                <a:solidFill>
                  <a:srgbClr val="2D58AC"/>
                </a:solidFill>
                <a:latin typeface="Gill Sans"/>
                <a:ea typeface="Gill Sans"/>
                <a:cs typeface="Gill Sans"/>
                <a:sym typeface="Gill Sans"/>
              </a:defRPr>
            </a:lvl8pPr>
            <a:lvl9pPr indent="0" lvl="8" marL="0" algn="r">
              <a:spcBef>
                <a:spcPts val="0"/>
              </a:spcBef>
              <a:buNone/>
              <a:defRPr b="0" i="0" sz="900" u="none" cap="none" strike="noStrike">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14"/>
          <p:cNvSpPr/>
          <p:nvPr/>
        </p:nvSpPr>
        <p:spPr>
          <a:xfrm>
            <a:off x="447817" y="5141974"/>
            <a:ext cx="11290860"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14"/>
          <p:cNvSpPr txBox="1"/>
          <p:nvPr>
            <p:ph type="title"/>
          </p:nvPr>
        </p:nvSpPr>
        <p:spPr>
          <a:xfrm>
            <a:off x="581193" y="3043910"/>
            <a:ext cx="11029615" cy="1497507"/>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3600"/>
              <a:buFont typeface="Gill Sans"/>
              <a:buNone/>
              <a:defRPr b="0" sz="3600" cap="none">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4"/>
          <p:cNvSpPr txBox="1"/>
          <p:nvPr>
            <p:ph idx="1" type="body"/>
          </p:nvPr>
        </p:nvSpPr>
        <p:spPr>
          <a:xfrm>
            <a:off x="581192" y="4541417"/>
            <a:ext cx="11029615" cy="600556"/>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656"/>
              <a:buNone/>
              <a:defRPr sz="1800" cap="none">
                <a:solidFill>
                  <a:schemeClr val="accent2"/>
                </a:solidFill>
              </a:defRPr>
            </a:lvl1pPr>
            <a:lvl2pPr indent="-228600" lvl="1" marL="914400" algn="l">
              <a:spcBef>
                <a:spcPts val="600"/>
              </a:spcBef>
              <a:spcAft>
                <a:spcPts val="0"/>
              </a:spcAft>
              <a:buSzPts val="1656"/>
              <a:buNone/>
              <a:defRPr sz="1800">
                <a:solidFill>
                  <a:srgbClr val="888888"/>
                </a:solidFill>
              </a:defRPr>
            </a:lvl2pPr>
            <a:lvl3pPr indent="-228600" lvl="2" marL="1371600" algn="l">
              <a:spcBef>
                <a:spcPts val="600"/>
              </a:spcBef>
              <a:spcAft>
                <a:spcPts val="0"/>
              </a:spcAft>
              <a:buSzPts val="1472"/>
              <a:buNone/>
              <a:defRPr sz="1600">
                <a:solidFill>
                  <a:srgbClr val="888888"/>
                </a:solidFill>
              </a:defRPr>
            </a:lvl3pPr>
            <a:lvl4pPr indent="-228600" lvl="3" marL="1828800" algn="l">
              <a:spcBef>
                <a:spcPts val="600"/>
              </a:spcBef>
              <a:spcAft>
                <a:spcPts val="0"/>
              </a:spcAft>
              <a:buSzPts val="1288"/>
              <a:buNone/>
              <a:defRPr sz="1400">
                <a:solidFill>
                  <a:srgbClr val="888888"/>
                </a:solidFill>
              </a:defRPr>
            </a:lvl4pPr>
            <a:lvl5pPr indent="-228600" lvl="4" marL="2286000" algn="l">
              <a:spcBef>
                <a:spcPts val="600"/>
              </a:spcBef>
              <a:spcAft>
                <a:spcPts val="0"/>
              </a:spcAft>
              <a:buSzPts val="1288"/>
              <a:buNone/>
              <a:defRPr sz="1400">
                <a:solidFill>
                  <a:srgbClr val="888888"/>
                </a:solidFill>
              </a:defRPr>
            </a:lvl5pPr>
            <a:lvl6pPr indent="-228600" lvl="5" marL="2743200" algn="l">
              <a:spcBef>
                <a:spcPts val="600"/>
              </a:spcBef>
              <a:spcAft>
                <a:spcPts val="0"/>
              </a:spcAft>
              <a:buSzPts val="1288"/>
              <a:buNone/>
              <a:defRPr sz="1400">
                <a:solidFill>
                  <a:srgbClr val="888888"/>
                </a:solidFill>
              </a:defRPr>
            </a:lvl6pPr>
            <a:lvl7pPr indent="-228600" lvl="6" marL="3200400" algn="l">
              <a:spcBef>
                <a:spcPts val="600"/>
              </a:spcBef>
              <a:spcAft>
                <a:spcPts val="0"/>
              </a:spcAft>
              <a:buSzPts val="1288"/>
              <a:buNone/>
              <a:defRPr sz="1400">
                <a:solidFill>
                  <a:srgbClr val="888888"/>
                </a:solidFill>
              </a:defRPr>
            </a:lvl7pPr>
            <a:lvl8pPr indent="-228600" lvl="7" marL="3657600" algn="l">
              <a:spcBef>
                <a:spcPts val="600"/>
              </a:spcBef>
              <a:spcAft>
                <a:spcPts val="0"/>
              </a:spcAft>
              <a:buSzPts val="1288"/>
              <a:buNone/>
              <a:defRPr sz="1400">
                <a:solidFill>
                  <a:srgbClr val="888888"/>
                </a:solidFill>
              </a:defRPr>
            </a:lvl8pPr>
            <a:lvl9pPr indent="-228600" lvl="8" marL="4114800" algn="l">
              <a:spcBef>
                <a:spcPts val="600"/>
              </a:spcBef>
              <a:spcAft>
                <a:spcPts val="600"/>
              </a:spcAft>
              <a:buSzPts val="1288"/>
              <a:buNone/>
              <a:defRPr sz="1400">
                <a:solidFill>
                  <a:srgbClr val="888888"/>
                </a:solidFill>
              </a:defRPr>
            </a:lvl9pPr>
          </a:lstStyle>
          <a:p/>
        </p:txBody>
      </p:sp>
      <p:sp>
        <p:nvSpPr>
          <p:cNvPr id="37" name="Google Shape;37;p14"/>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4"/>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4"/>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900" u="none" cap="none" strike="noStrike">
                <a:solidFill>
                  <a:srgbClr val="2D58AC"/>
                </a:solidFill>
                <a:latin typeface="Gill Sans"/>
                <a:ea typeface="Gill Sans"/>
                <a:cs typeface="Gill Sans"/>
                <a:sym typeface="Gill Sans"/>
              </a:defRPr>
            </a:lvl1pPr>
            <a:lvl2pPr indent="0" lvl="1" marL="0" algn="r">
              <a:spcBef>
                <a:spcPts val="0"/>
              </a:spcBef>
              <a:buNone/>
              <a:defRPr b="0" i="0" sz="900" u="none" cap="none" strike="noStrike">
                <a:solidFill>
                  <a:srgbClr val="2D58AC"/>
                </a:solidFill>
                <a:latin typeface="Gill Sans"/>
                <a:ea typeface="Gill Sans"/>
                <a:cs typeface="Gill Sans"/>
                <a:sym typeface="Gill Sans"/>
              </a:defRPr>
            </a:lvl2pPr>
            <a:lvl3pPr indent="0" lvl="2" marL="0" algn="r">
              <a:spcBef>
                <a:spcPts val="0"/>
              </a:spcBef>
              <a:buNone/>
              <a:defRPr b="0" i="0" sz="900" u="none" cap="none" strike="noStrike">
                <a:solidFill>
                  <a:srgbClr val="2D58AC"/>
                </a:solidFill>
                <a:latin typeface="Gill Sans"/>
                <a:ea typeface="Gill Sans"/>
                <a:cs typeface="Gill Sans"/>
                <a:sym typeface="Gill Sans"/>
              </a:defRPr>
            </a:lvl3pPr>
            <a:lvl4pPr indent="0" lvl="3" marL="0" algn="r">
              <a:spcBef>
                <a:spcPts val="0"/>
              </a:spcBef>
              <a:buNone/>
              <a:defRPr b="0" i="0" sz="900" u="none" cap="none" strike="noStrike">
                <a:solidFill>
                  <a:srgbClr val="2D58AC"/>
                </a:solidFill>
                <a:latin typeface="Gill Sans"/>
                <a:ea typeface="Gill Sans"/>
                <a:cs typeface="Gill Sans"/>
                <a:sym typeface="Gill Sans"/>
              </a:defRPr>
            </a:lvl4pPr>
            <a:lvl5pPr indent="0" lvl="4" marL="0" algn="r">
              <a:spcBef>
                <a:spcPts val="0"/>
              </a:spcBef>
              <a:buNone/>
              <a:defRPr b="0" i="0" sz="900" u="none" cap="none" strike="noStrike">
                <a:solidFill>
                  <a:srgbClr val="2D58AC"/>
                </a:solidFill>
                <a:latin typeface="Gill Sans"/>
                <a:ea typeface="Gill Sans"/>
                <a:cs typeface="Gill Sans"/>
                <a:sym typeface="Gill Sans"/>
              </a:defRPr>
            </a:lvl5pPr>
            <a:lvl6pPr indent="0" lvl="5" marL="0" algn="r">
              <a:spcBef>
                <a:spcPts val="0"/>
              </a:spcBef>
              <a:buNone/>
              <a:defRPr b="0" i="0" sz="900" u="none" cap="none" strike="noStrike">
                <a:solidFill>
                  <a:srgbClr val="2D58AC"/>
                </a:solidFill>
                <a:latin typeface="Gill Sans"/>
                <a:ea typeface="Gill Sans"/>
                <a:cs typeface="Gill Sans"/>
                <a:sym typeface="Gill Sans"/>
              </a:defRPr>
            </a:lvl6pPr>
            <a:lvl7pPr indent="0" lvl="6" marL="0" algn="r">
              <a:spcBef>
                <a:spcPts val="0"/>
              </a:spcBef>
              <a:buNone/>
              <a:defRPr b="0" i="0" sz="900" u="none" cap="none" strike="noStrike">
                <a:solidFill>
                  <a:srgbClr val="2D58AC"/>
                </a:solidFill>
                <a:latin typeface="Gill Sans"/>
                <a:ea typeface="Gill Sans"/>
                <a:cs typeface="Gill Sans"/>
                <a:sym typeface="Gill Sans"/>
              </a:defRPr>
            </a:lvl7pPr>
            <a:lvl8pPr indent="0" lvl="7" marL="0" algn="r">
              <a:spcBef>
                <a:spcPts val="0"/>
              </a:spcBef>
              <a:buNone/>
              <a:defRPr b="0" i="0" sz="900" u="none" cap="none" strike="noStrike">
                <a:solidFill>
                  <a:srgbClr val="2D58AC"/>
                </a:solidFill>
                <a:latin typeface="Gill Sans"/>
                <a:ea typeface="Gill Sans"/>
                <a:cs typeface="Gill Sans"/>
                <a:sym typeface="Gill Sans"/>
              </a:defRPr>
            </a:lvl8pPr>
            <a:lvl9pPr indent="0" lvl="8" marL="0" algn="r">
              <a:spcBef>
                <a:spcPts val="0"/>
              </a:spcBef>
              <a:buNone/>
              <a:defRPr b="0" i="0" sz="900" u="none" cap="none" strike="noStrike">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15"/>
          <p:cNvSpPr/>
          <p:nvPr/>
        </p:nvSpPr>
        <p:spPr>
          <a:xfrm>
            <a:off x="445982" y="606554"/>
            <a:ext cx="11300036"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5"/>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5"/>
          <p:cNvSpPr txBox="1"/>
          <p:nvPr>
            <p:ph idx="1" type="body"/>
          </p:nvPr>
        </p:nvSpPr>
        <p:spPr>
          <a:xfrm>
            <a:off x="581193" y="2228003"/>
            <a:ext cx="5422390" cy="3633047"/>
          </a:xfrm>
          <a:prstGeom prst="rect">
            <a:avLst/>
          </a:prstGeom>
          <a:noFill/>
          <a:ln>
            <a:noFill/>
          </a:ln>
        </p:spPr>
        <p:txBody>
          <a:bodyPr anchorCtr="0" anchor="ctr" bIns="45700" lIns="91425" spcFirstLastPara="1" rIns="91425" wrap="square" tIns="45700">
            <a:normAutofit/>
          </a:bodyPr>
          <a:lstStyle>
            <a:lvl1pPr indent="-333756" lvl="0" marL="457200" algn="l">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44" name="Google Shape;44;p15"/>
          <p:cNvSpPr txBox="1"/>
          <p:nvPr>
            <p:ph idx="2" type="body"/>
          </p:nvPr>
        </p:nvSpPr>
        <p:spPr>
          <a:xfrm>
            <a:off x="6188417" y="2228003"/>
            <a:ext cx="5422392" cy="3633047"/>
          </a:xfrm>
          <a:prstGeom prst="rect">
            <a:avLst/>
          </a:prstGeom>
          <a:noFill/>
          <a:ln>
            <a:noFill/>
          </a:ln>
        </p:spPr>
        <p:txBody>
          <a:bodyPr anchorCtr="0" anchor="ctr" bIns="45700" lIns="91425" spcFirstLastPara="1" rIns="91425" wrap="square" tIns="45700">
            <a:normAutofit/>
          </a:bodyPr>
          <a:lstStyle>
            <a:lvl1pPr indent="-333756" lvl="0" marL="457200" algn="l">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45" name="Google Shape;45;p15"/>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5"/>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5"/>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16"/>
          <p:cNvSpPr/>
          <p:nvPr/>
        </p:nvSpPr>
        <p:spPr>
          <a:xfrm>
            <a:off x="445982" y="606554"/>
            <a:ext cx="11300036"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6"/>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6"/>
          <p:cNvSpPr txBox="1"/>
          <p:nvPr>
            <p:ph idx="1" type="body"/>
          </p:nvPr>
        </p:nvSpPr>
        <p:spPr>
          <a:xfrm>
            <a:off x="887219" y="2250892"/>
            <a:ext cx="5087075" cy="536005"/>
          </a:xfrm>
          <a:prstGeom prst="rect">
            <a:avLst/>
          </a:prstGeom>
          <a:noFill/>
          <a:ln>
            <a:noFill/>
          </a:ln>
        </p:spPr>
        <p:txBody>
          <a:bodyPr anchorCtr="0" anchor="b" bIns="45700" lIns="91425" spcFirstLastPara="1" rIns="91425" wrap="square" tIns="45700">
            <a:noAutofit/>
          </a:bodyPr>
          <a:lstStyle>
            <a:lvl1pPr indent="-228600" lvl="0" marL="457200" algn="l">
              <a:spcBef>
                <a:spcPts val="440"/>
              </a:spcBef>
              <a:spcAft>
                <a:spcPts val="0"/>
              </a:spcAft>
              <a:buSzPts val="2024"/>
              <a:buNone/>
              <a:defRPr b="0" sz="2200">
                <a:solidFill>
                  <a:schemeClr val="accent2"/>
                </a:solidFill>
              </a:defRPr>
            </a:lvl1pPr>
            <a:lvl2pPr indent="-228600" lvl="1" marL="914400" algn="l">
              <a:spcBef>
                <a:spcPts val="600"/>
              </a:spcBef>
              <a:spcAft>
                <a:spcPts val="0"/>
              </a:spcAft>
              <a:buSzPts val="1840"/>
              <a:buNone/>
              <a:defRPr b="1" sz="2000"/>
            </a:lvl2pPr>
            <a:lvl3pPr indent="-228600" lvl="2" marL="1371600" algn="l">
              <a:spcBef>
                <a:spcPts val="600"/>
              </a:spcBef>
              <a:spcAft>
                <a:spcPts val="0"/>
              </a:spcAft>
              <a:buSzPts val="1656"/>
              <a:buNone/>
              <a:defRPr b="1" sz="1800"/>
            </a:lvl3pPr>
            <a:lvl4pPr indent="-228600" lvl="3" marL="1828800" algn="l">
              <a:spcBef>
                <a:spcPts val="600"/>
              </a:spcBef>
              <a:spcAft>
                <a:spcPts val="0"/>
              </a:spcAft>
              <a:buSzPts val="1472"/>
              <a:buNone/>
              <a:defRPr b="1" sz="1600"/>
            </a:lvl4pPr>
            <a:lvl5pPr indent="-228600" lvl="4" marL="2286000" algn="l">
              <a:spcBef>
                <a:spcPts val="600"/>
              </a:spcBef>
              <a:spcAft>
                <a:spcPts val="0"/>
              </a:spcAft>
              <a:buSzPts val="1472"/>
              <a:buNone/>
              <a:defRPr b="1" sz="1600"/>
            </a:lvl5pPr>
            <a:lvl6pPr indent="-228600" lvl="5" marL="2743200" algn="l">
              <a:spcBef>
                <a:spcPts val="600"/>
              </a:spcBef>
              <a:spcAft>
                <a:spcPts val="0"/>
              </a:spcAft>
              <a:buSzPts val="1472"/>
              <a:buNone/>
              <a:defRPr b="1" sz="1600"/>
            </a:lvl6pPr>
            <a:lvl7pPr indent="-228600" lvl="6" marL="3200400" algn="l">
              <a:spcBef>
                <a:spcPts val="600"/>
              </a:spcBef>
              <a:spcAft>
                <a:spcPts val="0"/>
              </a:spcAft>
              <a:buSzPts val="1472"/>
              <a:buNone/>
              <a:defRPr b="1" sz="1600"/>
            </a:lvl7pPr>
            <a:lvl8pPr indent="-228600" lvl="7" marL="3657600" algn="l">
              <a:spcBef>
                <a:spcPts val="600"/>
              </a:spcBef>
              <a:spcAft>
                <a:spcPts val="0"/>
              </a:spcAft>
              <a:buSzPts val="1472"/>
              <a:buNone/>
              <a:defRPr b="1" sz="1600"/>
            </a:lvl8pPr>
            <a:lvl9pPr indent="-228600" lvl="8" marL="4114800" algn="l">
              <a:spcBef>
                <a:spcPts val="600"/>
              </a:spcBef>
              <a:spcAft>
                <a:spcPts val="600"/>
              </a:spcAft>
              <a:buSzPts val="1472"/>
              <a:buNone/>
              <a:defRPr b="1" sz="1600"/>
            </a:lvl9pPr>
          </a:lstStyle>
          <a:p/>
        </p:txBody>
      </p:sp>
      <p:sp>
        <p:nvSpPr>
          <p:cNvPr id="52" name="Google Shape;52;p16"/>
          <p:cNvSpPr txBox="1"/>
          <p:nvPr>
            <p:ph idx="2" type="body"/>
          </p:nvPr>
        </p:nvSpPr>
        <p:spPr>
          <a:xfrm>
            <a:off x="581194" y="2926052"/>
            <a:ext cx="5393100" cy="2934999"/>
          </a:xfrm>
          <a:prstGeom prst="rect">
            <a:avLst/>
          </a:prstGeom>
          <a:noFill/>
          <a:ln>
            <a:noFill/>
          </a:ln>
        </p:spPr>
        <p:txBody>
          <a:bodyPr anchorCtr="0" anchor="t" bIns="45700" lIns="91425" spcFirstLastPara="1" rIns="91425" wrap="square" tIns="45700">
            <a:normAutofit/>
          </a:bodyPr>
          <a:lstStyle>
            <a:lvl1pPr indent="-333756" lvl="0" marL="457200" algn="l">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53" name="Google Shape;53;p16"/>
          <p:cNvSpPr txBox="1"/>
          <p:nvPr>
            <p:ph idx="3" type="body"/>
          </p:nvPr>
        </p:nvSpPr>
        <p:spPr>
          <a:xfrm>
            <a:off x="6523735" y="2250892"/>
            <a:ext cx="5087073" cy="553373"/>
          </a:xfrm>
          <a:prstGeom prst="rect">
            <a:avLst/>
          </a:prstGeom>
          <a:noFill/>
          <a:ln>
            <a:noFill/>
          </a:ln>
        </p:spPr>
        <p:txBody>
          <a:bodyPr anchorCtr="0" anchor="b" bIns="45700" lIns="91425" spcFirstLastPara="1" rIns="91425" wrap="square" tIns="45700">
            <a:noAutofit/>
          </a:bodyPr>
          <a:lstStyle>
            <a:lvl1pPr indent="-228600" lvl="0" marL="457200" algn="l">
              <a:spcBef>
                <a:spcPts val="440"/>
              </a:spcBef>
              <a:spcAft>
                <a:spcPts val="0"/>
              </a:spcAft>
              <a:buSzPts val="2024"/>
              <a:buNone/>
              <a:defRPr b="0" sz="2200">
                <a:solidFill>
                  <a:schemeClr val="accent2"/>
                </a:solidFill>
              </a:defRPr>
            </a:lvl1pPr>
            <a:lvl2pPr indent="-228600" lvl="1" marL="914400" algn="l">
              <a:spcBef>
                <a:spcPts val="600"/>
              </a:spcBef>
              <a:spcAft>
                <a:spcPts val="0"/>
              </a:spcAft>
              <a:buSzPts val="1840"/>
              <a:buNone/>
              <a:defRPr b="1" sz="2000"/>
            </a:lvl2pPr>
            <a:lvl3pPr indent="-228600" lvl="2" marL="1371600" algn="l">
              <a:spcBef>
                <a:spcPts val="600"/>
              </a:spcBef>
              <a:spcAft>
                <a:spcPts val="0"/>
              </a:spcAft>
              <a:buSzPts val="1656"/>
              <a:buNone/>
              <a:defRPr b="1" sz="1800"/>
            </a:lvl3pPr>
            <a:lvl4pPr indent="-228600" lvl="3" marL="1828800" algn="l">
              <a:spcBef>
                <a:spcPts val="600"/>
              </a:spcBef>
              <a:spcAft>
                <a:spcPts val="0"/>
              </a:spcAft>
              <a:buSzPts val="1472"/>
              <a:buNone/>
              <a:defRPr b="1" sz="1600"/>
            </a:lvl4pPr>
            <a:lvl5pPr indent="-228600" lvl="4" marL="2286000" algn="l">
              <a:spcBef>
                <a:spcPts val="600"/>
              </a:spcBef>
              <a:spcAft>
                <a:spcPts val="0"/>
              </a:spcAft>
              <a:buSzPts val="1472"/>
              <a:buNone/>
              <a:defRPr b="1" sz="1600"/>
            </a:lvl5pPr>
            <a:lvl6pPr indent="-228600" lvl="5" marL="2743200" algn="l">
              <a:spcBef>
                <a:spcPts val="600"/>
              </a:spcBef>
              <a:spcAft>
                <a:spcPts val="0"/>
              </a:spcAft>
              <a:buSzPts val="1472"/>
              <a:buNone/>
              <a:defRPr b="1" sz="1600"/>
            </a:lvl6pPr>
            <a:lvl7pPr indent="-228600" lvl="6" marL="3200400" algn="l">
              <a:spcBef>
                <a:spcPts val="600"/>
              </a:spcBef>
              <a:spcAft>
                <a:spcPts val="0"/>
              </a:spcAft>
              <a:buSzPts val="1472"/>
              <a:buNone/>
              <a:defRPr b="1" sz="1600"/>
            </a:lvl7pPr>
            <a:lvl8pPr indent="-228600" lvl="7" marL="3657600" algn="l">
              <a:spcBef>
                <a:spcPts val="600"/>
              </a:spcBef>
              <a:spcAft>
                <a:spcPts val="0"/>
              </a:spcAft>
              <a:buSzPts val="1472"/>
              <a:buNone/>
              <a:defRPr b="1" sz="1600"/>
            </a:lvl8pPr>
            <a:lvl9pPr indent="-228600" lvl="8" marL="4114800" algn="l">
              <a:spcBef>
                <a:spcPts val="600"/>
              </a:spcBef>
              <a:spcAft>
                <a:spcPts val="600"/>
              </a:spcAft>
              <a:buSzPts val="1472"/>
              <a:buNone/>
              <a:defRPr b="1" sz="1600"/>
            </a:lvl9pPr>
          </a:lstStyle>
          <a:p/>
        </p:txBody>
      </p:sp>
      <p:sp>
        <p:nvSpPr>
          <p:cNvPr id="54" name="Google Shape;54;p16"/>
          <p:cNvSpPr txBox="1"/>
          <p:nvPr>
            <p:ph idx="4" type="body"/>
          </p:nvPr>
        </p:nvSpPr>
        <p:spPr>
          <a:xfrm>
            <a:off x="6217709" y="2926052"/>
            <a:ext cx="5393100" cy="2934999"/>
          </a:xfrm>
          <a:prstGeom prst="rect">
            <a:avLst/>
          </a:prstGeom>
          <a:noFill/>
          <a:ln>
            <a:noFill/>
          </a:ln>
        </p:spPr>
        <p:txBody>
          <a:bodyPr anchorCtr="0" anchor="t" bIns="45700" lIns="91425" spcFirstLastPara="1" rIns="91425" wrap="square" tIns="45700">
            <a:normAutofit/>
          </a:bodyPr>
          <a:lstStyle>
            <a:lvl1pPr indent="-333756" lvl="0" marL="457200" algn="l">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55" name="Google Shape;55;p16"/>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6"/>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6"/>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8" name="Shape 58"/>
        <p:cNvGrpSpPr/>
        <p:nvPr/>
      </p:nvGrpSpPr>
      <p:grpSpPr>
        <a:xfrm>
          <a:off x="0" y="0"/>
          <a:ext cx="0" cy="0"/>
          <a:chOff x="0" y="0"/>
          <a:chExt cx="0" cy="0"/>
        </a:xfrm>
      </p:grpSpPr>
      <p:sp>
        <p:nvSpPr>
          <p:cNvPr id="59" name="Google Shape;59;p17"/>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7"/>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7"/>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62" name="Google Shape;62;p17"/>
          <p:cNvSpPr/>
          <p:nvPr/>
        </p:nvSpPr>
        <p:spPr>
          <a:xfrm>
            <a:off x="440683" y="606554"/>
            <a:ext cx="11300036"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7"/>
          <p:cNvSpPr txBox="1"/>
          <p:nvPr>
            <p:ph type="title"/>
          </p:nvPr>
        </p:nvSpPr>
        <p:spPr>
          <a:xfrm>
            <a:off x="575894" y="729658"/>
            <a:ext cx="11029616" cy="98833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8"/>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8"/>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8"/>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8" name="Shape 68"/>
        <p:cNvGrpSpPr/>
        <p:nvPr/>
      </p:nvGrpSpPr>
      <p:grpSpPr>
        <a:xfrm>
          <a:off x="0" y="0"/>
          <a:ext cx="0" cy="0"/>
          <a:chOff x="0" y="0"/>
          <a:chExt cx="0" cy="0"/>
        </a:xfrm>
      </p:grpSpPr>
      <p:sp>
        <p:nvSpPr>
          <p:cNvPr id="69" name="Google Shape;69;p19"/>
          <p:cNvSpPr/>
          <p:nvPr/>
        </p:nvSpPr>
        <p:spPr>
          <a:xfrm>
            <a:off x="447817" y="5141973"/>
            <a:ext cx="11298200" cy="1274702"/>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9"/>
          <p:cNvSpPr txBox="1"/>
          <p:nvPr>
            <p:ph type="title"/>
          </p:nvPr>
        </p:nvSpPr>
        <p:spPr>
          <a:xfrm>
            <a:off x="581192" y="5262296"/>
            <a:ext cx="4909445" cy="689514"/>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D58AC"/>
              </a:buClr>
              <a:buSzPts val="2000"/>
              <a:buFont typeface="Gill Sans"/>
              <a:buNone/>
              <a:defRPr b="0" sz="2000">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9"/>
          <p:cNvSpPr txBox="1"/>
          <p:nvPr>
            <p:ph idx="1" type="body"/>
          </p:nvPr>
        </p:nvSpPr>
        <p:spPr>
          <a:xfrm>
            <a:off x="447816" y="601200"/>
            <a:ext cx="11292840" cy="4204800"/>
          </a:xfrm>
          <a:prstGeom prst="rect">
            <a:avLst/>
          </a:prstGeom>
          <a:noFill/>
          <a:ln>
            <a:noFill/>
          </a:ln>
        </p:spPr>
        <p:txBody>
          <a:bodyPr anchorCtr="0" anchor="ctr" bIns="45700" lIns="91425" spcFirstLastPara="1" rIns="91425" wrap="square" tIns="45700">
            <a:normAutofit/>
          </a:bodyPr>
          <a:lstStyle>
            <a:lvl1pPr indent="-345440" lvl="0" marL="457200" algn="l">
              <a:spcBef>
                <a:spcPts val="400"/>
              </a:spcBef>
              <a:spcAft>
                <a:spcPts val="0"/>
              </a:spcAft>
              <a:buSzPts val="1840"/>
              <a:buChar char="◼"/>
              <a:defRPr sz="2000">
                <a:solidFill>
                  <a:schemeClr val="dk2"/>
                </a:solidFill>
              </a:defRPr>
            </a:lvl1pPr>
            <a:lvl2pPr indent="-333756" lvl="1" marL="914400" algn="l">
              <a:spcBef>
                <a:spcPts val="600"/>
              </a:spcBef>
              <a:spcAft>
                <a:spcPts val="0"/>
              </a:spcAft>
              <a:buSzPts val="1656"/>
              <a:buChar char="◼"/>
              <a:defRPr sz="1800">
                <a:solidFill>
                  <a:schemeClr val="dk2"/>
                </a:solidFill>
              </a:defRPr>
            </a:lvl2pPr>
            <a:lvl3pPr indent="-322072" lvl="2" marL="1371600" algn="l">
              <a:spcBef>
                <a:spcPts val="600"/>
              </a:spcBef>
              <a:spcAft>
                <a:spcPts val="0"/>
              </a:spcAft>
              <a:buSzPts val="1472"/>
              <a:buChar char="◼"/>
              <a:defRPr sz="1600">
                <a:solidFill>
                  <a:schemeClr val="dk2"/>
                </a:solidFill>
              </a:defRPr>
            </a:lvl3pPr>
            <a:lvl4pPr indent="-310388" lvl="3" marL="1828800" algn="l">
              <a:spcBef>
                <a:spcPts val="600"/>
              </a:spcBef>
              <a:spcAft>
                <a:spcPts val="0"/>
              </a:spcAft>
              <a:buSzPts val="1288"/>
              <a:buChar char="◼"/>
              <a:defRPr sz="1400">
                <a:solidFill>
                  <a:schemeClr val="dk2"/>
                </a:solidFill>
              </a:defRPr>
            </a:lvl4pPr>
            <a:lvl5pPr indent="-310388" lvl="4" marL="2286000" algn="l">
              <a:spcBef>
                <a:spcPts val="600"/>
              </a:spcBef>
              <a:spcAft>
                <a:spcPts val="0"/>
              </a:spcAft>
              <a:buSzPts val="1288"/>
              <a:buChar char="◼"/>
              <a:defRPr sz="1400">
                <a:solidFill>
                  <a:schemeClr val="dk2"/>
                </a:solidFill>
              </a:defRPr>
            </a:lvl5pPr>
            <a:lvl6pPr indent="-310388" lvl="5" marL="2743200" algn="l">
              <a:spcBef>
                <a:spcPts val="600"/>
              </a:spcBef>
              <a:spcAft>
                <a:spcPts val="0"/>
              </a:spcAft>
              <a:buSzPts val="1288"/>
              <a:buChar char="◼"/>
              <a:defRPr sz="1400">
                <a:solidFill>
                  <a:schemeClr val="dk2"/>
                </a:solidFill>
              </a:defRPr>
            </a:lvl6pPr>
            <a:lvl7pPr indent="-310388" lvl="6" marL="3200400" algn="l">
              <a:spcBef>
                <a:spcPts val="600"/>
              </a:spcBef>
              <a:spcAft>
                <a:spcPts val="0"/>
              </a:spcAft>
              <a:buSzPts val="1288"/>
              <a:buChar char="◼"/>
              <a:defRPr sz="1400">
                <a:solidFill>
                  <a:schemeClr val="dk2"/>
                </a:solidFill>
              </a:defRPr>
            </a:lvl7pPr>
            <a:lvl8pPr indent="-310388" lvl="7" marL="3657600" algn="l">
              <a:spcBef>
                <a:spcPts val="600"/>
              </a:spcBef>
              <a:spcAft>
                <a:spcPts val="0"/>
              </a:spcAft>
              <a:buSzPts val="1288"/>
              <a:buChar char="◼"/>
              <a:defRPr sz="1400">
                <a:solidFill>
                  <a:schemeClr val="dk2"/>
                </a:solidFill>
              </a:defRPr>
            </a:lvl8pPr>
            <a:lvl9pPr indent="-310388" lvl="8" marL="4114800" algn="l">
              <a:spcBef>
                <a:spcPts val="600"/>
              </a:spcBef>
              <a:spcAft>
                <a:spcPts val="600"/>
              </a:spcAft>
              <a:buSzPts val="1288"/>
              <a:buChar char="◼"/>
              <a:defRPr sz="1400">
                <a:solidFill>
                  <a:schemeClr val="dk2"/>
                </a:solidFill>
              </a:defRPr>
            </a:lvl9pPr>
          </a:lstStyle>
          <a:p/>
        </p:txBody>
      </p:sp>
      <p:sp>
        <p:nvSpPr>
          <p:cNvPr id="72" name="Google Shape;72;p19"/>
          <p:cNvSpPr txBox="1"/>
          <p:nvPr>
            <p:ph idx="2" type="body"/>
          </p:nvPr>
        </p:nvSpPr>
        <p:spPr>
          <a:xfrm>
            <a:off x="5740823" y="5262296"/>
            <a:ext cx="5869987" cy="689515"/>
          </a:xfrm>
          <a:prstGeom prst="rect">
            <a:avLst/>
          </a:prstGeom>
          <a:noFill/>
          <a:ln>
            <a:noFill/>
          </a:ln>
        </p:spPr>
        <p:txBody>
          <a:bodyPr anchorCtr="0" anchor="ctr" bIns="45700" lIns="91425" spcFirstLastPara="1" rIns="91425" wrap="square" tIns="45700">
            <a:normAutofit/>
          </a:bodyPr>
          <a:lstStyle>
            <a:lvl1pPr indent="-228600" lvl="0" marL="457200" algn="r">
              <a:spcBef>
                <a:spcPts val="220"/>
              </a:spcBef>
              <a:spcAft>
                <a:spcPts val="0"/>
              </a:spcAft>
              <a:buSzPts val="1012"/>
              <a:buNone/>
              <a:defRPr sz="1100">
                <a:solidFill>
                  <a:schemeClr val="lt1"/>
                </a:solidFill>
              </a:defRPr>
            </a:lvl1pPr>
            <a:lvl2pPr indent="-228600" lvl="1" marL="914400" algn="l">
              <a:spcBef>
                <a:spcPts val="600"/>
              </a:spcBef>
              <a:spcAft>
                <a:spcPts val="0"/>
              </a:spcAft>
              <a:buSzPts val="1012"/>
              <a:buNone/>
              <a:defRPr sz="1100"/>
            </a:lvl2pPr>
            <a:lvl3pPr indent="-228600" lvl="2" marL="1371600" algn="l">
              <a:spcBef>
                <a:spcPts val="600"/>
              </a:spcBef>
              <a:spcAft>
                <a:spcPts val="0"/>
              </a:spcAft>
              <a:buSzPts val="920"/>
              <a:buNone/>
              <a:defRPr sz="1000"/>
            </a:lvl3pPr>
            <a:lvl4pPr indent="-228600" lvl="3" marL="1828800" algn="l">
              <a:spcBef>
                <a:spcPts val="600"/>
              </a:spcBef>
              <a:spcAft>
                <a:spcPts val="0"/>
              </a:spcAft>
              <a:buSzPts val="828"/>
              <a:buNone/>
              <a:defRPr sz="900"/>
            </a:lvl4pPr>
            <a:lvl5pPr indent="-228600" lvl="4" marL="2286000" algn="l">
              <a:spcBef>
                <a:spcPts val="600"/>
              </a:spcBef>
              <a:spcAft>
                <a:spcPts val="0"/>
              </a:spcAft>
              <a:buSzPts val="828"/>
              <a:buNone/>
              <a:defRPr sz="900"/>
            </a:lvl5pPr>
            <a:lvl6pPr indent="-228600" lvl="5" marL="2743200" algn="l">
              <a:spcBef>
                <a:spcPts val="600"/>
              </a:spcBef>
              <a:spcAft>
                <a:spcPts val="0"/>
              </a:spcAft>
              <a:buSzPts val="828"/>
              <a:buNone/>
              <a:defRPr sz="900"/>
            </a:lvl6pPr>
            <a:lvl7pPr indent="-228600" lvl="6" marL="3200400" algn="l">
              <a:spcBef>
                <a:spcPts val="600"/>
              </a:spcBef>
              <a:spcAft>
                <a:spcPts val="0"/>
              </a:spcAft>
              <a:buSzPts val="828"/>
              <a:buNone/>
              <a:defRPr sz="900"/>
            </a:lvl7pPr>
            <a:lvl8pPr indent="-228600" lvl="7" marL="3657600" algn="l">
              <a:spcBef>
                <a:spcPts val="600"/>
              </a:spcBef>
              <a:spcAft>
                <a:spcPts val="0"/>
              </a:spcAft>
              <a:buSzPts val="828"/>
              <a:buNone/>
              <a:defRPr sz="900"/>
            </a:lvl8pPr>
            <a:lvl9pPr indent="-228600" lvl="8" marL="4114800" algn="l">
              <a:spcBef>
                <a:spcPts val="600"/>
              </a:spcBef>
              <a:spcAft>
                <a:spcPts val="600"/>
              </a:spcAft>
              <a:buSzPts val="828"/>
              <a:buNone/>
              <a:defRPr sz="900"/>
            </a:lvl9pPr>
          </a:lstStyle>
          <a:p/>
        </p:txBody>
      </p:sp>
      <p:sp>
        <p:nvSpPr>
          <p:cNvPr id="73" name="Google Shape;73;p19"/>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9"/>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9"/>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900" u="none" cap="none" strike="noStrike">
                <a:solidFill>
                  <a:srgbClr val="2D58AC"/>
                </a:solidFill>
                <a:latin typeface="Gill Sans"/>
                <a:ea typeface="Gill Sans"/>
                <a:cs typeface="Gill Sans"/>
                <a:sym typeface="Gill Sans"/>
              </a:defRPr>
            </a:lvl1pPr>
            <a:lvl2pPr indent="0" lvl="1" marL="0" algn="r">
              <a:spcBef>
                <a:spcPts val="0"/>
              </a:spcBef>
              <a:buNone/>
              <a:defRPr b="0" i="0" sz="900" u="none" cap="none" strike="noStrike">
                <a:solidFill>
                  <a:srgbClr val="2D58AC"/>
                </a:solidFill>
                <a:latin typeface="Gill Sans"/>
                <a:ea typeface="Gill Sans"/>
                <a:cs typeface="Gill Sans"/>
                <a:sym typeface="Gill Sans"/>
              </a:defRPr>
            </a:lvl2pPr>
            <a:lvl3pPr indent="0" lvl="2" marL="0" algn="r">
              <a:spcBef>
                <a:spcPts val="0"/>
              </a:spcBef>
              <a:buNone/>
              <a:defRPr b="0" i="0" sz="900" u="none" cap="none" strike="noStrike">
                <a:solidFill>
                  <a:srgbClr val="2D58AC"/>
                </a:solidFill>
                <a:latin typeface="Gill Sans"/>
                <a:ea typeface="Gill Sans"/>
                <a:cs typeface="Gill Sans"/>
                <a:sym typeface="Gill Sans"/>
              </a:defRPr>
            </a:lvl3pPr>
            <a:lvl4pPr indent="0" lvl="3" marL="0" algn="r">
              <a:spcBef>
                <a:spcPts val="0"/>
              </a:spcBef>
              <a:buNone/>
              <a:defRPr b="0" i="0" sz="900" u="none" cap="none" strike="noStrike">
                <a:solidFill>
                  <a:srgbClr val="2D58AC"/>
                </a:solidFill>
                <a:latin typeface="Gill Sans"/>
                <a:ea typeface="Gill Sans"/>
                <a:cs typeface="Gill Sans"/>
                <a:sym typeface="Gill Sans"/>
              </a:defRPr>
            </a:lvl4pPr>
            <a:lvl5pPr indent="0" lvl="4" marL="0" algn="r">
              <a:spcBef>
                <a:spcPts val="0"/>
              </a:spcBef>
              <a:buNone/>
              <a:defRPr b="0" i="0" sz="900" u="none" cap="none" strike="noStrike">
                <a:solidFill>
                  <a:srgbClr val="2D58AC"/>
                </a:solidFill>
                <a:latin typeface="Gill Sans"/>
                <a:ea typeface="Gill Sans"/>
                <a:cs typeface="Gill Sans"/>
                <a:sym typeface="Gill Sans"/>
              </a:defRPr>
            </a:lvl5pPr>
            <a:lvl6pPr indent="0" lvl="5" marL="0" algn="r">
              <a:spcBef>
                <a:spcPts val="0"/>
              </a:spcBef>
              <a:buNone/>
              <a:defRPr b="0" i="0" sz="900" u="none" cap="none" strike="noStrike">
                <a:solidFill>
                  <a:srgbClr val="2D58AC"/>
                </a:solidFill>
                <a:latin typeface="Gill Sans"/>
                <a:ea typeface="Gill Sans"/>
                <a:cs typeface="Gill Sans"/>
                <a:sym typeface="Gill Sans"/>
              </a:defRPr>
            </a:lvl6pPr>
            <a:lvl7pPr indent="0" lvl="6" marL="0" algn="r">
              <a:spcBef>
                <a:spcPts val="0"/>
              </a:spcBef>
              <a:buNone/>
              <a:defRPr b="0" i="0" sz="900" u="none" cap="none" strike="noStrike">
                <a:solidFill>
                  <a:srgbClr val="2D58AC"/>
                </a:solidFill>
                <a:latin typeface="Gill Sans"/>
                <a:ea typeface="Gill Sans"/>
                <a:cs typeface="Gill Sans"/>
                <a:sym typeface="Gill Sans"/>
              </a:defRPr>
            </a:lvl7pPr>
            <a:lvl8pPr indent="0" lvl="7" marL="0" algn="r">
              <a:spcBef>
                <a:spcPts val="0"/>
              </a:spcBef>
              <a:buNone/>
              <a:defRPr b="0" i="0" sz="900" u="none" cap="none" strike="noStrike">
                <a:solidFill>
                  <a:srgbClr val="2D58AC"/>
                </a:solidFill>
                <a:latin typeface="Gill Sans"/>
                <a:ea typeface="Gill Sans"/>
                <a:cs typeface="Gill Sans"/>
                <a:sym typeface="Gill Sans"/>
              </a:defRPr>
            </a:lvl8pPr>
            <a:lvl9pPr indent="0" lvl="8" marL="0" algn="r">
              <a:spcBef>
                <a:spcPts val="0"/>
              </a:spcBef>
              <a:buNone/>
              <a:defRPr b="0" i="0" sz="900" u="none" cap="none" strike="noStrike">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6" name="Shape 76"/>
        <p:cNvGrpSpPr/>
        <p:nvPr/>
      </p:nvGrpSpPr>
      <p:grpSpPr>
        <a:xfrm>
          <a:off x="0" y="0"/>
          <a:ext cx="0" cy="0"/>
          <a:chOff x="0" y="0"/>
          <a:chExt cx="0" cy="0"/>
        </a:xfrm>
      </p:grpSpPr>
      <p:sp>
        <p:nvSpPr>
          <p:cNvPr id="77" name="Google Shape;77;p20"/>
          <p:cNvSpPr txBox="1"/>
          <p:nvPr>
            <p:ph type="title"/>
          </p:nvPr>
        </p:nvSpPr>
        <p:spPr>
          <a:xfrm>
            <a:off x="581193" y="4693389"/>
            <a:ext cx="11029616"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400"/>
              <a:buFont typeface="Gill Sans"/>
              <a:buNone/>
              <a:defRPr b="0" sz="2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0"/>
          <p:cNvSpPr/>
          <p:nvPr>
            <p:ph idx="2" type="pic"/>
          </p:nvPr>
        </p:nvSpPr>
        <p:spPr>
          <a:xfrm>
            <a:off x="447817" y="599725"/>
            <a:ext cx="11290859" cy="3557252"/>
          </a:xfrm>
          <a:prstGeom prst="rect">
            <a:avLst/>
          </a:prstGeom>
          <a:noFill/>
          <a:ln>
            <a:noFill/>
          </a:ln>
        </p:spPr>
      </p:sp>
      <p:sp>
        <p:nvSpPr>
          <p:cNvPr id="79" name="Google Shape;79;p20"/>
          <p:cNvSpPr txBox="1"/>
          <p:nvPr>
            <p:ph idx="1" type="body"/>
          </p:nvPr>
        </p:nvSpPr>
        <p:spPr>
          <a:xfrm>
            <a:off x="581192" y="5260127"/>
            <a:ext cx="11029617" cy="598671"/>
          </a:xfrm>
          <a:prstGeom prst="rect">
            <a:avLst/>
          </a:prstGeom>
          <a:noFill/>
          <a:ln>
            <a:noFill/>
          </a:ln>
        </p:spPr>
        <p:txBody>
          <a:bodyPr anchorCtr="0" anchor="ctr" bIns="45700" lIns="91425" spcFirstLastPara="1" rIns="91425" wrap="square" tIns="45700">
            <a:normAutofit/>
          </a:bodyPr>
          <a:lstStyle>
            <a:lvl1pPr indent="-228600" lvl="0" marL="457200" algn="l">
              <a:spcBef>
                <a:spcPts val="240"/>
              </a:spcBef>
              <a:spcAft>
                <a:spcPts val="0"/>
              </a:spcAft>
              <a:buSzPts val="1104"/>
              <a:buNone/>
              <a:defRPr sz="1200"/>
            </a:lvl1pPr>
            <a:lvl2pPr indent="-228600" lvl="1" marL="914400" algn="l">
              <a:spcBef>
                <a:spcPts val="600"/>
              </a:spcBef>
              <a:spcAft>
                <a:spcPts val="0"/>
              </a:spcAft>
              <a:buSzPts val="1104"/>
              <a:buNone/>
              <a:defRPr sz="1200"/>
            </a:lvl2pPr>
            <a:lvl3pPr indent="-228600" lvl="2" marL="1371600" algn="l">
              <a:spcBef>
                <a:spcPts val="600"/>
              </a:spcBef>
              <a:spcAft>
                <a:spcPts val="0"/>
              </a:spcAft>
              <a:buSzPts val="920"/>
              <a:buNone/>
              <a:defRPr sz="1000"/>
            </a:lvl3pPr>
            <a:lvl4pPr indent="-228600" lvl="3" marL="1828800" algn="l">
              <a:spcBef>
                <a:spcPts val="600"/>
              </a:spcBef>
              <a:spcAft>
                <a:spcPts val="0"/>
              </a:spcAft>
              <a:buSzPts val="828"/>
              <a:buNone/>
              <a:defRPr sz="900"/>
            </a:lvl4pPr>
            <a:lvl5pPr indent="-228600" lvl="4" marL="2286000" algn="l">
              <a:spcBef>
                <a:spcPts val="600"/>
              </a:spcBef>
              <a:spcAft>
                <a:spcPts val="0"/>
              </a:spcAft>
              <a:buSzPts val="828"/>
              <a:buNone/>
              <a:defRPr sz="900"/>
            </a:lvl5pPr>
            <a:lvl6pPr indent="-228600" lvl="5" marL="2743200" algn="l">
              <a:spcBef>
                <a:spcPts val="600"/>
              </a:spcBef>
              <a:spcAft>
                <a:spcPts val="0"/>
              </a:spcAft>
              <a:buSzPts val="828"/>
              <a:buNone/>
              <a:defRPr sz="900"/>
            </a:lvl6pPr>
            <a:lvl7pPr indent="-228600" lvl="6" marL="3200400" algn="l">
              <a:spcBef>
                <a:spcPts val="600"/>
              </a:spcBef>
              <a:spcAft>
                <a:spcPts val="0"/>
              </a:spcAft>
              <a:buSzPts val="828"/>
              <a:buNone/>
              <a:defRPr sz="900"/>
            </a:lvl7pPr>
            <a:lvl8pPr indent="-228600" lvl="7" marL="3657600" algn="l">
              <a:spcBef>
                <a:spcPts val="600"/>
              </a:spcBef>
              <a:spcAft>
                <a:spcPts val="0"/>
              </a:spcAft>
              <a:buSzPts val="828"/>
              <a:buNone/>
              <a:defRPr sz="900"/>
            </a:lvl8pPr>
            <a:lvl9pPr indent="-228600" lvl="8" marL="4114800" algn="l">
              <a:spcBef>
                <a:spcPts val="600"/>
              </a:spcBef>
              <a:spcAft>
                <a:spcPts val="600"/>
              </a:spcAft>
              <a:buSzPts val="828"/>
              <a:buNone/>
              <a:defRPr sz="900"/>
            </a:lvl9pPr>
          </a:lstStyle>
          <a:p/>
        </p:txBody>
      </p:sp>
      <p:sp>
        <p:nvSpPr>
          <p:cNvPr id="80" name="Google Shape;80;p20"/>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0"/>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0"/>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3" name="Shape 83"/>
        <p:cNvGrpSpPr/>
        <p:nvPr/>
      </p:nvGrpSpPr>
      <p:grpSpPr>
        <a:xfrm>
          <a:off x="0" y="0"/>
          <a:ext cx="0" cy="0"/>
          <a:chOff x="0" y="0"/>
          <a:chExt cx="0" cy="0"/>
        </a:xfrm>
      </p:grpSpPr>
      <p:sp>
        <p:nvSpPr>
          <p:cNvPr id="84" name="Google Shape;84;p21"/>
          <p:cNvSpPr/>
          <p:nvPr/>
        </p:nvSpPr>
        <p:spPr>
          <a:xfrm>
            <a:off x="440286" y="614407"/>
            <a:ext cx="11309338" cy="11892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1"/>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1"/>
          <p:cNvSpPr txBox="1"/>
          <p:nvPr>
            <p:ph idx="1" type="body"/>
          </p:nvPr>
        </p:nvSpPr>
        <p:spPr>
          <a:xfrm rot="5400000">
            <a:off x="4334603" y="-1417408"/>
            <a:ext cx="3522794" cy="11029616"/>
          </a:xfrm>
          <a:prstGeom prst="rect">
            <a:avLst/>
          </a:prstGeom>
          <a:noFill/>
          <a:ln>
            <a:noFill/>
          </a:ln>
        </p:spPr>
        <p:txBody>
          <a:bodyPr anchorCtr="0" anchor="t" bIns="45700" lIns="91425" spcFirstLastPara="1" rIns="91425" wrap="square" tIns="45700">
            <a:normAutofit/>
          </a:bodyPr>
          <a:lstStyle>
            <a:lvl1pPr indent="-333756" lvl="0" marL="457200" algn="l">
              <a:spcBef>
                <a:spcPts val="360"/>
              </a:spcBef>
              <a:spcAft>
                <a:spcPts val="0"/>
              </a:spcAft>
              <a:buSzPts val="1656"/>
              <a:buChar char="◼"/>
              <a:defRPr/>
            </a:lvl1pPr>
            <a:lvl2pPr indent="-322072" lvl="1" marL="914400" algn="l">
              <a:spcBef>
                <a:spcPts val="600"/>
              </a:spcBef>
              <a:spcAft>
                <a:spcPts val="0"/>
              </a:spcAft>
              <a:buSzPts val="1472"/>
              <a:buChar char="◼"/>
              <a:defRPr/>
            </a:lvl2pPr>
            <a:lvl3pPr indent="-310388" lvl="2" marL="1371600" algn="l">
              <a:spcBef>
                <a:spcPts val="600"/>
              </a:spcBef>
              <a:spcAft>
                <a:spcPts val="0"/>
              </a:spcAft>
              <a:buSzPts val="1288"/>
              <a:buChar char="◼"/>
              <a:defRPr/>
            </a:lvl3pPr>
            <a:lvl4pPr indent="-298703" lvl="3" marL="1828800" algn="l">
              <a:spcBef>
                <a:spcPts val="600"/>
              </a:spcBef>
              <a:spcAft>
                <a:spcPts val="0"/>
              </a:spcAft>
              <a:buSzPts val="1104"/>
              <a:buChar char="◼"/>
              <a:defRPr/>
            </a:lvl4pPr>
            <a:lvl5pPr indent="-298704" lvl="4" marL="2286000" algn="l">
              <a:spcBef>
                <a:spcPts val="600"/>
              </a:spcBef>
              <a:spcAft>
                <a:spcPts val="0"/>
              </a:spcAft>
              <a:buSzPts val="1104"/>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87" name="Google Shape;87;p21"/>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21"/>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1"/>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0" name="Shape 90"/>
        <p:cNvGrpSpPr/>
        <p:nvPr/>
      </p:nvGrpSpPr>
      <p:grpSpPr>
        <a:xfrm>
          <a:off x="0" y="0"/>
          <a:ext cx="0" cy="0"/>
          <a:chOff x="0" y="0"/>
          <a:chExt cx="0" cy="0"/>
        </a:xfrm>
      </p:grpSpPr>
      <p:sp>
        <p:nvSpPr>
          <p:cNvPr id="91" name="Google Shape;91;p22"/>
          <p:cNvSpPr/>
          <p:nvPr/>
        </p:nvSpPr>
        <p:spPr>
          <a:xfrm>
            <a:off x="8839201" y="599725"/>
            <a:ext cx="2906817" cy="581695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2"/>
          <p:cNvSpPr txBox="1"/>
          <p:nvPr>
            <p:ph type="title"/>
          </p:nvPr>
        </p:nvSpPr>
        <p:spPr>
          <a:xfrm rot="5400000">
            <a:off x="7249746" y="2265181"/>
            <a:ext cx="5183073" cy="200416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22"/>
          <p:cNvSpPr txBox="1"/>
          <p:nvPr>
            <p:ph idx="1" type="body"/>
          </p:nvPr>
        </p:nvSpPr>
        <p:spPr>
          <a:xfrm rot="5400000">
            <a:off x="2131526" y="-680877"/>
            <a:ext cx="5183073" cy="7896279"/>
          </a:xfrm>
          <a:prstGeom prst="rect">
            <a:avLst/>
          </a:prstGeom>
          <a:noFill/>
          <a:ln>
            <a:noFill/>
          </a:ln>
        </p:spPr>
        <p:txBody>
          <a:bodyPr anchorCtr="0" anchor="t" bIns="45700" lIns="91425" spcFirstLastPara="1" rIns="91425" wrap="square" tIns="45700">
            <a:normAutofit/>
          </a:bodyPr>
          <a:lstStyle>
            <a:lvl1pPr indent="-333756" lvl="0" marL="457200" algn="l">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94" name="Google Shape;94;p22"/>
          <p:cNvSpPr txBox="1"/>
          <p:nvPr>
            <p:ph idx="10" type="dt"/>
          </p:nvPr>
        </p:nvSpPr>
        <p:spPr>
          <a:xfrm>
            <a:off x="8993673" y="5956137"/>
            <a:ext cx="1328141"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22"/>
          <p:cNvSpPr txBox="1"/>
          <p:nvPr>
            <p:ph idx="11" type="ftr"/>
          </p:nvPr>
        </p:nvSpPr>
        <p:spPr>
          <a:xfrm>
            <a:off x="774923" y="5951811"/>
            <a:ext cx="789627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2"/>
          <p:cNvSpPr txBox="1"/>
          <p:nvPr>
            <p:ph idx="12" type="sldNum"/>
          </p:nvPr>
        </p:nvSpPr>
        <p:spPr>
          <a:xfrm>
            <a:off x="10446615" y="5956137"/>
            <a:ext cx="116419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900" u="none" cap="none" strike="noStrike">
                <a:solidFill>
                  <a:srgbClr val="2D58AC"/>
                </a:solidFill>
                <a:latin typeface="Gill Sans"/>
                <a:ea typeface="Gill Sans"/>
                <a:cs typeface="Gill Sans"/>
                <a:sym typeface="Gill Sans"/>
              </a:defRPr>
            </a:lvl1pPr>
            <a:lvl2pPr indent="0" lvl="1" marL="0" algn="r">
              <a:spcBef>
                <a:spcPts val="0"/>
              </a:spcBef>
              <a:buNone/>
              <a:defRPr b="0" i="0" sz="900" u="none" cap="none" strike="noStrike">
                <a:solidFill>
                  <a:srgbClr val="2D58AC"/>
                </a:solidFill>
                <a:latin typeface="Gill Sans"/>
                <a:ea typeface="Gill Sans"/>
                <a:cs typeface="Gill Sans"/>
                <a:sym typeface="Gill Sans"/>
              </a:defRPr>
            </a:lvl2pPr>
            <a:lvl3pPr indent="0" lvl="2" marL="0" algn="r">
              <a:spcBef>
                <a:spcPts val="0"/>
              </a:spcBef>
              <a:buNone/>
              <a:defRPr b="0" i="0" sz="900" u="none" cap="none" strike="noStrike">
                <a:solidFill>
                  <a:srgbClr val="2D58AC"/>
                </a:solidFill>
                <a:latin typeface="Gill Sans"/>
                <a:ea typeface="Gill Sans"/>
                <a:cs typeface="Gill Sans"/>
                <a:sym typeface="Gill Sans"/>
              </a:defRPr>
            </a:lvl3pPr>
            <a:lvl4pPr indent="0" lvl="3" marL="0" algn="r">
              <a:spcBef>
                <a:spcPts val="0"/>
              </a:spcBef>
              <a:buNone/>
              <a:defRPr b="0" i="0" sz="900" u="none" cap="none" strike="noStrike">
                <a:solidFill>
                  <a:srgbClr val="2D58AC"/>
                </a:solidFill>
                <a:latin typeface="Gill Sans"/>
                <a:ea typeface="Gill Sans"/>
                <a:cs typeface="Gill Sans"/>
                <a:sym typeface="Gill Sans"/>
              </a:defRPr>
            </a:lvl4pPr>
            <a:lvl5pPr indent="0" lvl="4" marL="0" algn="r">
              <a:spcBef>
                <a:spcPts val="0"/>
              </a:spcBef>
              <a:buNone/>
              <a:defRPr b="0" i="0" sz="900" u="none" cap="none" strike="noStrike">
                <a:solidFill>
                  <a:srgbClr val="2D58AC"/>
                </a:solidFill>
                <a:latin typeface="Gill Sans"/>
                <a:ea typeface="Gill Sans"/>
                <a:cs typeface="Gill Sans"/>
                <a:sym typeface="Gill Sans"/>
              </a:defRPr>
            </a:lvl5pPr>
            <a:lvl6pPr indent="0" lvl="5" marL="0" algn="r">
              <a:spcBef>
                <a:spcPts val="0"/>
              </a:spcBef>
              <a:buNone/>
              <a:defRPr b="0" i="0" sz="900" u="none" cap="none" strike="noStrike">
                <a:solidFill>
                  <a:srgbClr val="2D58AC"/>
                </a:solidFill>
                <a:latin typeface="Gill Sans"/>
                <a:ea typeface="Gill Sans"/>
                <a:cs typeface="Gill Sans"/>
                <a:sym typeface="Gill Sans"/>
              </a:defRPr>
            </a:lvl6pPr>
            <a:lvl7pPr indent="0" lvl="6" marL="0" algn="r">
              <a:spcBef>
                <a:spcPts val="0"/>
              </a:spcBef>
              <a:buNone/>
              <a:defRPr b="0" i="0" sz="900" u="none" cap="none" strike="noStrike">
                <a:solidFill>
                  <a:srgbClr val="2D58AC"/>
                </a:solidFill>
                <a:latin typeface="Gill Sans"/>
                <a:ea typeface="Gill Sans"/>
                <a:cs typeface="Gill Sans"/>
                <a:sym typeface="Gill Sans"/>
              </a:defRPr>
            </a:lvl7pPr>
            <a:lvl8pPr indent="0" lvl="7" marL="0" algn="r">
              <a:spcBef>
                <a:spcPts val="0"/>
              </a:spcBef>
              <a:buNone/>
              <a:defRPr b="0" i="0" sz="900" u="none" cap="none" strike="noStrike">
                <a:solidFill>
                  <a:srgbClr val="2D58AC"/>
                </a:solidFill>
                <a:latin typeface="Gill Sans"/>
                <a:ea typeface="Gill Sans"/>
                <a:cs typeface="Gill Sans"/>
                <a:sym typeface="Gill Sans"/>
              </a:defRPr>
            </a:lvl8pPr>
            <a:lvl9pPr indent="0" lvl="8" marL="0" algn="r">
              <a:spcBef>
                <a:spcPts val="0"/>
              </a:spcBef>
              <a:buNone/>
              <a:defRPr b="0" i="0" sz="900" u="none" cap="none" strike="noStrike">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1"/>
          <p:cNvSpPr txBox="1"/>
          <p:nvPr>
            <p:ph type="title"/>
          </p:nvPr>
        </p:nvSpPr>
        <p:spPr>
          <a:xfrm>
            <a:off x="581192" y="705124"/>
            <a:ext cx="11029616" cy="1189554"/>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Clr>
                <a:schemeClr val="lt1"/>
              </a:buClr>
              <a:buSzPts val="2800"/>
              <a:buFont typeface="Gill Sans"/>
              <a:buNone/>
              <a:defRPr b="0" i="0" sz="2800" u="none" cap="none" strike="noStrike">
                <a:solidFill>
                  <a:schemeClr val="lt1"/>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1" name="Google Shape;11;p11"/>
          <p:cNvSpPr txBox="1"/>
          <p:nvPr>
            <p:ph idx="1" type="body"/>
          </p:nvPr>
        </p:nvSpPr>
        <p:spPr>
          <a:xfrm>
            <a:off x="581192" y="2336003"/>
            <a:ext cx="11029616" cy="3522794"/>
          </a:xfrm>
          <a:prstGeom prst="rect">
            <a:avLst/>
          </a:prstGeom>
          <a:noFill/>
          <a:ln>
            <a:noFill/>
          </a:ln>
        </p:spPr>
        <p:txBody>
          <a:bodyPr anchorCtr="0" anchor="ctr" bIns="45700" lIns="91425" spcFirstLastPara="1" rIns="91425" wrap="square" tIns="45700">
            <a:normAutofit/>
          </a:bodyPr>
          <a:lstStyle>
            <a:lvl1pPr indent="-333756" lvl="0" marL="457200" marR="0" rtl="0" algn="l">
              <a:spcBef>
                <a:spcPts val="360"/>
              </a:spcBef>
              <a:spcAft>
                <a:spcPts val="0"/>
              </a:spcAft>
              <a:buClr>
                <a:schemeClr val="accent2"/>
              </a:buClr>
              <a:buSzPts val="1656"/>
              <a:buFont typeface="Noto Sans Symbols"/>
              <a:buChar char="◼"/>
              <a:defRPr b="0" i="0" sz="1800" u="none" cap="none" strike="noStrike">
                <a:solidFill>
                  <a:schemeClr val="dk2"/>
                </a:solidFill>
                <a:latin typeface="Gill Sans"/>
                <a:ea typeface="Gill Sans"/>
                <a:cs typeface="Gill Sans"/>
                <a:sym typeface="Gill Sans"/>
              </a:defRPr>
            </a:lvl1pPr>
            <a:lvl2pPr indent="-322072" lvl="1" marL="914400" marR="0" rtl="0" algn="l">
              <a:spcBef>
                <a:spcPts val="600"/>
              </a:spcBef>
              <a:spcAft>
                <a:spcPts val="0"/>
              </a:spcAft>
              <a:buClr>
                <a:schemeClr val="accent2"/>
              </a:buClr>
              <a:buSzPts val="1472"/>
              <a:buFont typeface="Noto Sans Symbols"/>
              <a:buChar char="◼"/>
              <a:defRPr b="0" i="0" sz="1600" u="none" cap="none" strike="noStrike">
                <a:solidFill>
                  <a:schemeClr val="dk2"/>
                </a:solidFill>
                <a:latin typeface="Gill Sans"/>
                <a:ea typeface="Gill Sans"/>
                <a:cs typeface="Gill Sans"/>
                <a:sym typeface="Gill Sans"/>
              </a:defRPr>
            </a:lvl2pPr>
            <a:lvl3pPr indent="-310388" lvl="2" marL="1371600" marR="0" rtl="0" algn="l">
              <a:spcBef>
                <a:spcPts val="600"/>
              </a:spcBef>
              <a:spcAft>
                <a:spcPts val="0"/>
              </a:spcAft>
              <a:buClr>
                <a:schemeClr val="accent2"/>
              </a:buClr>
              <a:buSzPts val="1288"/>
              <a:buFont typeface="Noto Sans Symbols"/>
              <a:buChar char="◼"/>
              <a:defRPr b="0" i="0" sz="1400" u="none" cap="none" strike="noStrike">
                <a:solidFill>
                  <a:schemeClr val="dk2"/>
                </a:solidFill>
                <a:latin typeface="Gill Sans"/>
                <a:ea typeface="Gill Sans"/>
                <a:cs typeface="Gill Sans"/>
                <a:sym typeface="Gill Sans"/>
              </a:defRPr>
            </a:lvl3pPr>
            <a:lvl4pPr indent="-298703" lvl="3" marL="18288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4pPr>
            <a:lvl5pPr indent="-298704" lvl="4" marL="22860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5pPr>
            <a:lvl6pPr indent="-298704" lvl="5" marL="27432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6pPr>
            <a:lvl7pPr indent="-298704" lvl="6" marL="32004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7pPr>
            <a:lvl8pPr indent="-298703" lvl="7" marL="36576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8pPr>
            <a:lvl9pPr indent="-298703" lvl="8" marL="4114800" marR="0" rtl="0" algn="l">
              <a:spcBef>
                <a:spcPts val="600"/>
              </a:spcBef>
              <a:spcAft>
                <a:spcPts val="60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9pPr>
          </a:lstStyle>
          <a:p/>
        </p:txBody>
      </p:sp>
      <p:sp>
        <p:nvSpPr>
          <p:cNvPr id="12" name="Google Shape;12;p11"/>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chemeClr val="accent2"/>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3" name="Google Shape;13;p11"/>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chemeClr val="accent2"/>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4" name="Google Shape;14;p11"/>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accent2"/>
                </a:solidFill>
                <a:latin typeface="Gill Sans"/>
                <a:ea typeface="Gill Sans"/>
                <a:cs typeface="Gill Sans"/>
                <a:sym typeface="Gill Sans"/>
              </a:defRPr>
            </a:lvl1pPr>
            <a:lvl2pPr indent="0" lvl="1" marL="0" marR="0" rtl="0" algn="r">
              <a:spcBef>
                <a:spcPts val="0"/>
              </a:spcBef>
              <a:buNone/>
              <a:defRPr b="0" i="0" sz="900" u="none" cap="none" strike="noStrike">
                <a:solidFill>
                  <a:schemeClr val="accent2"/>
                </a:solidFill>
                <a:latin typeface="Gill Sans"/>
                <a:ea typeface="Gill Sans"/>
                <a:cs typeface="Gill Sans"/>
                <a:sym typeface="Gill Sans"/>
              </a:defRPr>
            </a:lvl2pPr>
            <a:lvl3pPr indent="0" lvl="2" marL="0" marR="0" rtl="0" algn="r">
              <a:spcBef>
                <a:spcPts val="0"/>
              </a:spcBef>
              <a:buNone/>
              <a:defRPr b="0" i="0" sz="900" u="none" cap="none" strike="noStrike">
                <a:solidFill>
                  <a:schemeClr val="accent2"/>
                </a:solidFill>
                <a:latin typeface="Gill Sans"/>
                <a:ea typeface="Gill Sans"/>
                <a:cs typeface="Gill Sans"/>
                <a:sym typeface="Gill Sans"/>
              </a:defRPr>
            </a:lvl3pPr>
            <a:lvl4pPr indent="0" lvl="3" marL="0" marR="0" rtl="0" algn="r">
              <a:spcBef>
                <a:spcPts val="0"/>
              </a:spcBef>
              <a:buNone/>
              <a:defRPr b="0" i="0" sz="900" u="none" cap="none" strike="noStrike">
                <a:solidFill>
                  <a:schemeClr val="accent2"/>
                </a:solidFill>
                <a:latin typeface="Gill Sans"/>
                <a:ea typeface="Gill Sans"/>
                <a:cs typeface="Gill Sans"/>
                <a:sym typeface="Gill Sans"/>
              </a:defRPr>
            </a:lvl4pPr>
            <a:lvl5pPr indent="0" lvl="4" marL="0" marR="0" rtl="0" algn="r">
              <a:spcBef>
                <a:spcPts val="0"/>
              </a:spcBef>
              <a:buNone/>
              <a:defRPr b="0" i="0" sz="900" u="none" cap="none" strike="noStrike">
                <a:solidFill>
                  <a:schemeClr val="accent2"/>
                </a:solidFill>
                <a:latin typeface="Gill Sans"/>
                <a:ea typeface="Gill Sans"/>
                <a:cs typeface="Gill Sans"/>
                <a:sym typeface="Gill Sans"/>
              </a:defRPr>
            </a:lvl5pPr>
            <a:lvl6pPr indent="0" lvl="5" marL="0" marR="0" rtl="0" algn="r">
              <a:spcBef>
                <a:spcPts val="0"/>
              </a:spcBef>
              <a:buNone/>
              <a:defRPr b="0" i="0" sz="900" u="none" cap="none" strike="noStrike">
                <a:solidFill>
                  <a:schemeClr val="accent2"/>
                </a:solidFill>
                <a:latin typeface="Gill Sans"/>
                <a:ea typeface="Gill Sans"/>
                <a:cs typeface="Gill Sans"/>
                <a:sym typeface="Gill Sans"/>
              </a:defRPr>
            </a:lvl6pPr>
            <a:lvl7pPr indent="0" lvl="6" marL="0" marR="0" rtl="0" algn="r">
              <a:spcBef>
                <a:spcPts val="0"/>
              </a:spcBef>
              <a:buNone/>
              <a:defRPr b="0" i="0" sz="900" u="none" cap="none" strike="noStrike">
                <a:solidFill>
                  <a:schemeClr val="accent2"/>
                </a:solidFill>
                <a:latin typeface="Gill Sans"/>
                <a:ea typeface="Gill Sans"/>
                <a:cs typeface="Gill Sans"/>
                <a:sym typeface="Gill Sans"/>
              </a:defRPr>
            </a:lvl7pPr>
            <a:lvl8pPr indent="0" lvl="7" marL="0" marR="0" rtl="0" algn="r">
              <a:spcBef>
                <a:spcPts val="0"/>
              </a:spcBef>
              <a:buNone/>
              <a:defRPr b="0" i="0" sz="900" u="none" cap="none" strike="noStrike">
                <a:solidFill>
                  <a:schemeClr val="accent2"/>
                </a:solidFill>
                <a:latin typeface="Gill Sans"/>
                <a:ea typeface="Gill Sans"/>
                <a:cs typeface="Gill Sans"/>
                <a:sym typeface="Gill Sans"/>
              </a:defRPr>
            </a:lvl8pPr>
            <a:lvl9pPr indent="0" lvl="8" marL="0" marR="0" rtl="0" algn="r">
              <a:spcBef>
                <a:spcPts val="0"/>
              </a:spcBef>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11"/>
          <p:cNvSpPr/>
          <p:nvPr/>
        </p:nvSpPr>
        <p:spPr>
          <a:xfrm>
            <a:off x="446534" y="457200"/>
            <a:ext cx="3703320" cy="9499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1"/>
          <p:cNvSpPr/>
          <p:nvPr/>
        </p:nvSpPr>
        <p:spPr>
          <a:xfrm>
            <a:off x="8042147" y="453643"/>
            <a:ext cx="3703320" cy="98554"/>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1"/>
          <p:cNvSpPr/>
          <p:nvPr/>
        </p:nvSpPr>
        <p:spPr>
          <a:xfrm>
            <a:off x="4241830" y="457200"/>
            <a:ext cx="3703320" cy="9144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www2.deloitte.com/content/dam/insights/us/articles/6507_Cybersecurity-FS-ISAC/DI_2020-FS-ISAC-Cybersecurity.pdf"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1" name="Shape 101"/>
        <p:cNvGrpSpPr/>
        <p:nvPr/>
      </p:nvGrpSpPr>
      <p:grpSpPr>
        <a:xfrm>
          <a:off x="0" y="0"/>
          <a:ext cx="0" cy="0"/>
          <a:chOff x="0" y="0"/>
          <a:chExt cx="0" cy="0"/>
        </a:xfrm>
      </p:grpSpPr>
      <p:sp>
        <p:nvSpPr>
          <p:cNvPr id="102" name="Google Shape;102;p1"/>
          <p:cNvSpPr txBox="1"/>
          <p:nvPr>
            <p:ph type="title"/>
          </p:nvPr>
        </p:nvSpPr>
        <p:spPr>
          <a:xfrm>
            <a:off x="521925" y="659251"/>
            <a:ext cx="11148150" cy="10901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lt1"/>
              </a:buClr>
              <a:buSzPts val="4000"/>
              <a:buFont typeface="Gill Sans"/>
              <a:buNone/>
            </a:pPr>
            <a:r>
              <a:rPr b="1" lang="en-US" sz="3200">
                <a:latin typeface="Gill Sans"/>
                <a:ea typeface="Gill Sans"/>
                <a:cs typeface="Gill Sans"/>
                <a:sym typeface="Gill Sans"/>
              </a:rPr>
              <a:t>MARRIOTT INTERNATIONAL’S STRATEGIC CYBERSECURITY PLAN </a:t>
            </a:r>
            <a:endParaRPr sz="3200"/>
          </a:p>
        </p:txBody>
      </p:sp>
      <p:sp>
        <p:nvSpPr>
          <p:cNvPr id="103" name="Google Shape;103;p1"/>
          <p:cNvSpPr txBox="1"/>
          <p:nvPr/>
        </p:nvSpPr>
        <p:spPr>
          <a:xfrm>
            <a:off x="465673" y="4230093"/>
            <a:ext cx="2816805" cy="10901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None/>
            </a:pPr>
            <a:r>
              <a:rPr b="1" i="0" lang="en-US" sz="1360" u="none" cap="none" strike="noStrike">
                <a:solidFill>
                  <a:srgbClr val="262626"/>
                </a:solidFill>
                <a:latin typeface="Gill Sans"/>
                <a:ea typeface="Gill Sans"/>
                <a:cs typeface="Gill Sans"/>
                <a:sym typeface="Gill Sans"/>
              </a:rPr>
              <a:t>Christopher Phan</a:t>
            </a:r>
            <a:endParaRPr b="0" i="0" sz="1224" u="none" cap="none" strike="noStrike">
              <a:solidFill>
                <a:schemeClr val="dk1"/>
              </a:solidFill>
              <a:latin typeface="Gill Sans"/>
              <a:ea typeface="Gill Sans"/>
              <a:cs typeface="Gill Sans"/>
              <a:sym typeface="Gill Sans"/>
            </a:endParaRPr>
          </a:p>
          <a:p>
            <a:pPr indent="0" lvl="0" marL="0" marR="0" rtl="0" algn="l">
              <a:lnSpc>
                <a:spcPct val="90000"/>
              </a:lnSpc>
              <a:spcBef>
                <a:spcPts val="408"/>
              </a:spcBef>
              <a:spcAft>
                <a:spcPts val="0"/>
              </a:spcAft>
              <a:buNone/>
            </a:pPr>
            <a:r>
              <a:rPr b="1" i="0" lang="en-US" sz="1360" u="none" cap="none" strike="noStrike">
                <a:solidFill>
                  <a:srgbClr val="262626"/>
                </a:solidFill>
                <a:latin typeface="Gill Sans"/>
                <a:ea typeface="Gill Sans"/>
                <a:cs typeface="Gill Sans"/>
                <a:sym typeface="Gill Sans"/>
              </a:rPr>
              <a:t>Shaquilla Chambers</a:t>
            </a:r>
            <a:endParaRPr b="0" i="0" sz="1224" u="none" cap="none" strike="noStrike">
              <a:solidFill>
                <a:schemeClr val="dk1"/>
              </a:solidFill>
              <a:latin typeface="Gill Sans"/>
              <a:ea typeface="Gill Sans"/>
              <a:cs typeface="Gill Sans"/>
              <a:sym typeface="Gill Sans"/>
            </a:endParaRPr>
          </a:p>
          <a:p>
            <a:pPr indent="0" lvl="0" marL="0" marR="0" rtl="0" algn="l">
              <a:lnSpc>
                <a:spcPct val="90000"/>
              </a:lnSpc>
              <a:spcBef>
                <a:spcPts val="408"/>
              </a:spcBef>
              <a:spcAft>
                <a:spcPts val="0"/>
              </a:spcAft>
              <a:buNone/>
            </a:pPr>
            <a:r>
              <a:rPr b="1" i="0" lang="en-US" sz="1360" u="none" cap="none" strike="noStrike">
                <a:solidFill>
                  <a:srgbClr val="000000"/>
                </a:solidFill>
                <a:latin typeface="Gill Sans"/>
                <a:ea typeface="Gill Sans"/>
                <a:cs typeface="Gill Sans"/>
                <a:sym typeface="Gill Sans"/>
              </a:rPr>
              <a:t>Zach Zerger</a:t>
            </a:r>
            <a:endParaRPr b="1" i="0" sz="2400" u="none" cap="none" strike="noStrike">
              <a:solidFill>
                <a:srgbClr val="262626"/>
              </a:solidFill>
              <a:latin typeface="Gill Sans"/>
              <a:ea typeface="Gill Sans"/>
              <a:cs typeface="Gill Sans"/>
              <a:sym typeface="Gill Sans"/>
            </a:endParaRPr>
          </a:p>
        </p:txBody>
      </p:sp>
      <p:sp>
        <p:nvSpPr>
          <p:cNvPr id="104" name="Google Shape;104;p1"/>
          <p:cNvSpPr txBox="1"/>
          <p:nvPr/>
        </p:nvSpPr>
        <p:spPr>
          <a:xfrm>
            <a:off x="10170656" y="5809773"/>
            <a:ext cx="2021344" cy="12184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88" u="none" cap="none" strike="noStrike">
                <a:solidFill>
                  <a:schemeClr val="dk1"/>
                </a:solidFill>
                <a:latin typeface="Gill Sans"/>
                <a:ea typeface="Gill Sans"/>
                <a:cs typeface="Gill Sans"/>
                <a:sym typeface="Gill Sans"/>
              </a:rPr>
              <a:t>Dr. Branden Williams</a:t>
            </a:r>
            <a:endParaRPr b="1" i="0" sz="1224" u="none" cap="none" strike="noStrike">
              <a:solidFill>
                <a:schemeClr val="dk1"/>
              </a:solidFill>
              <a:latin typeface="Gill Sans"/>
              <a:ea typeface="Gill Sans"/>
              <a:cs typeface="Gill Sans"/>
              <a:sym typeface="Gill Sans"/>
            </a:endParaRPr>
          </a:p>
          <a:p>
            <a:pPr indent="0" lvl="0" marL="0" marR="0" rtl="0" algn="l">
              <a:spcBef>
                <a:spcPts val="408"/>
              </a:spcBef>
              <a:spcAft>
                <a:spcPts val="0"/>
              </a:spcAft>
              <a:buNone/>
            </a:pPr>
            <a:r>
              <a:rPr b="1" i="0" lang="en-US" sz="1088" u="none" cap="none" strike="noStrike">
                <a:solidFill>
                  <a:srgbClr val="000000"/>
                </a:solidFill>
                <a:latin typeface="Gill Sans"/>
                <a:ea typeface="Gill Sans"/>
                <a:cs typeface="Gill Sans"/>
                <a:sym typeface="Gill Sans"/>
              </a:rPr>
              <a:t>Strategic Cybersecurity Practicum CYBS - 8396 </a:t>
            </a:r>
            <a:endParaRPr b="1" i="0" sz="1224" u="none" cap="none" strike="noStrike">
              <a:solidFill>
                <a:schemeClr val="dk1"/>
              </a:solidFill>
              <a:latin typeface="Gill Sans"/>
              <a:ea typeface="Gill Sans"/>
              <a:cs typeface="Gill Sans"/>
              <a:sym typeface="Gill Sans"/>
            </a:endParaRPr>
          </a:p>
          <a:p>
            <a:pPr indent="0" lvl="0" marL="0" marR="0" rtl="0" algn="l">
              <a:spcBef>
                <a:spcPts val="408"/>
              </a:spcBef>
              <a:spcAft>
                <a:spcPts val="0"/>
              </a:spcAft>
              <a:buNone/>
            </a:pPr>
            <a:r>
              <a:rPr b="1" i="0" lang="en-US" sz="1088" u="none" cap="none" strike="noStrike">
                <a:solidFill>
                  <a:schemeClr val="dk1"/>
                </a:solidFill>
                <a:latin typeface="Gill Sans"/>
                <a:ea typeface="Gill Sans"/>
                <a:cs typeface="Gill Sans"/>
                <a:sym typeface="Gill Sans"/>
              </a:rPr>
              <a:t>Summer 2023</a:t>
            </a:r>
            <a:endParaRPr b="1" i="0" sz="1224" u="none" cap="none" strike="noStrike">
              <a:solidFill>
                <a:schemeClr val="dk1"/>
              </a:solidFill>
              <a:latin typeface="Gill Sans"/>
              <a:ea typeface="Gill Sans"/>
              <a:cs typeface="Gill Sans"/>
              <a:sym typeface="Gill Sans"/>
            </a:endParaRPr>
          </a:p>
          <a:p>
            <a:pPr indent="0" lvl="0" marL="0" marR="0" rtl="0" algn="l">
              <a:spcBef>
                <a:spcPts val="600"/>
              </a:spcBef>
              <a:spcAft>
                <a:spcPts val="0"/>
              </a:spcAft>
              <a:buClr>
                <a:schemeClr val="dk1"/>
              </a:buClr>
              <a:buSzPts val="1800"/>
              <a:buFont typeface="Gill Sans"/>
              <a:buNone/>
            </a:pPr>
            <a:r>
              <a:t/>
            </a:r>
            <a:endParaRPr b="0" i="0" sz="1800" u="none" cap="none" strike="noStrike">
              <a:solidFill>
                <a:schemeClr val="dk1"/>
              </a:solidFill>
              <a:latin typeface="Gill Sans"/>
              <a:ea typeface="Gill Sans"/>
              <a:cs typeface="Gill Sans"/>
              <a:sym typeface="Gill Sans"/>
            </a:endParaRPr>
          </a:p>
        </p:txBody>
      </p:sp>
      <p:pic>
        <p:nvPicPr>
          <p:cNvPr descr="Growth &amp; Development | Marriott News Center" id="105" name="Google Shape;105;p1"/>
          <p:cNvPicPr preferRelativeResize="0"/>
          <p:nvPr/>
        </p:nvPicPr>
        <p:blipFill rotWithShape="1">
          <a:blip r:embed="rId3">
            <a:alphaModFix/>
          </a:blip>
          <a:srcRect b="0" l="0" r="0" t="0"/>
          <a:stretch/>
        </p:blipFill>
        <p:spPr>
          <a:xfrm>
            <a:off x="4068066" y="2392036"/>
            <a:ext cx="3671340" cy="2073927"/>
          </a:xfrm>
          <a:prstGeom prst="rect">
            <a:avLst/>
          </a:prstGeom>
          <a:noFill/>
          <a:ln>
            <a:noFill/>
          </a:ln>
        </p:spPr>
      </p:pic>
      <p:sp>
        <p:nvSpPr>
          <p:cNvPr id="106" name="Google Shape;106;p1"/>
          <p:cNvSpPr txBox="1"/>
          <p:nvPr/>
        </p:nvSpPr>
        <p:spPr>
          <a:xfrm>
            <a:off x="3480453" y="2540010"/>
            <a:ext cx="1654916" cy="6346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1224" u="none" cap="none" strike="noStrike">
              <a:solidFill>
                <a:schemeClr val="dk1"/>
              </a:solidFill>
              <a:latin typeface="Gill Sans"/>
              <a:ea typeface="Gill Sans"/>
              <a:cs typeface="Gill Sans"/>
              <a:sym typeface="Gill Sans"/>
            </a:endParaRPr>
          </a:p>
          <a:p>
            <a:pPr indent="0" lvl="0" marL="0" marR="0" rtl="0" algn="l">
              <a:spcBef>
                <a:spcPts val="600"/>
              </a:spcBef>
              <a:spcAft>
                <a:spcPts val="0"/>
              </a:spcAft>
              <a:buClr>
                <a:schemeClr val="dk1"/>
              </a:buClr>
              <a:buSzPts val="1800"/>
              <a:buFont typeface="Gill Sans"/>
              <a:buNone/>
            </a:pPr>
            <a:r>
              <a:t/>
            </a:r>
            <a:endParaRPr b="0" i="0" sz="1800" u="none" cap="none" strike="noStrike">
              <a:solidFill>
                <a:schemeClr val="dk1"/>
              </a:solidFill>
              <a:latin typeface="Gill Sans"/>
              <a:ea typeface="Gill Sans"/>
              <a:cs typeface="Gill Sans"/>
              <a:sym typeface="Gill Sans"/>
            </a:endParaRPr>
          </a:p>
        </p:txBody>
      </p:sp>
      <p:sp>
        <p:nvSpPr>
          <p:cNvPr id="107" name="Google Shape;107;p1"/>
          <p:cNvSpPr txBox="1"/>
          <p:nvPr/>
        </p:nvSpPr>
        <p:spPr>
          <a:xfrm>
            <a:off x="3418669" y="2540010"/>
            <a:ext cx="1654916" cy="6346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1224" u="none" cap="none" strike="noStrike">
              <a:solidFill>
                <a:schemeClr val="dk1"/>
              </a:solidFill>
              <a:latin typeface="Gill Sans"/>
              <a:ea typeface="Gill Sans"/>
              <a:cs typeface="Gill Sans"/>
              <a:sym typeface="Gill Sans"/>
            </a:endParaRPr>
          </a:p>
          <a:p>
            <a:pPr indent="0" lvl="0" marL="0" marR="0" rtl="0" algn="l">
              <a:spcBef>
                <a:spcPts val="600"/>
              </a:spcBef>
              <a:spcAft>
                <a:spcPts val="0"/>
              </a:spcAft>
              <a:buClr>
                <a:schemeClr val="dk1"/>
              </a:buClr>
              <a:buSzPts val="1800"/>
              <a:buFont typeface="Gill Sans"/>
              <a:buNone/>
            </a:pPr>
            <a:r>
              <a:t/>
            </a:r>
            <a:endParaRPr b="0" i="0" sz="1800" u="none" cap="none" strike="noStrike">
              <a:solidFill>
                <a:schemeClr val="dk1"/>
              </a:solidFill>
              <a:latin typeface="Gill Sans"/>
              <a:ea typeface="Gill Sans"/>
              <a:cs typeface="Gill Sans"/>
              <a:sym typeface="Gill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
          <p:cNvSpPr txBox="1"/>
          <p:nvPr>
            <p:ph idx="1" type="body"/>
          </p:nvPr>
        </p:nvSpPr>
        <p:spPr>
          <a:xfrm>
            <a:off x="581192" y="2076796"/>
            <a:ext cx="11029500" cy="3678300"/>
          </a:xfrm>
          <a:prstGeom prst="rect">
            <a:avLst/>
          </a:prstGeom>
          <a:noFill/>
          <a:ln>
            <a:noFill/>
          </a:ln>
        </p:spPr>
        <p:txBody>
          <a:bodyPr anchorCtr="0" anchor="ctr" bIns="45700" lIns="91425" spcFirstLastPara="1" rIns="91425" wrap="square" tIns="45700">
            <a:normAutofit lnSpcReduction="10000"/>
          </a:bodyPr>
          <a:lstStyle/>
          <a:p>
            <a:pPr indent="-390906" lvl="0" marL="457200" rtl="0" algn="l">
              <a:spcBef>
                <a:spcPts val="0"/>
              </a:spcBef>
              <a:spcAft>
                <a:spcPts val="0"/>
              </a:spcAft>
              <a:buSzPts val="2556"/>
              <a:buAutoNum type="arabicPeriod"/>
            </a:pPr>
            <a:r>
              <a:rPr lang="en-US" sz="2700"/>
              <a:t>Review of Part One of the Cybersecurity Plan</a:t>
            </a:r>
            <a:endParaRPr sz="2700"/>
          </a:p>
          <a:p>
            <a:pPr indent="-400050" lvl="0" marL="457200" rtl="0" algn="l">
              <a:spcBef>
                <a:spcPts val="0"/>
              </a:spcBef>
              <a:spcAft>
                <a:spcPts val="0"/>
              </a:spcAft>
              <a:buSzPts val="2700"/>
              <a:buAutoNum type="arabicPeriod"/>
            </a:pPr>
            <a:r>
              <a:rPr lang="en-US" sz="2700"/>
              <a:t>Security &amp; Resource Staffing Strategy</a:t>
            </a:r>
            <a:endParaRPr sz="2700"/>
          </a:p>
          <a:p>
            <a:pPr indent="-400050" lvl="0" marL="457200" rtl="0" algn="l">
              <a:spcBef>
                <a:spcPts val="0"/>
              </a:spcBef>
              <a:spcAft>
                <a:spcPts val="0"/>
              </a:spcAft>
              <a:buSzPts val="2700"/>
              <a:buAutoNum type="arabicPeriod"/>
            </a:pPr>
            <a:r>
              <a:rPr lang="en-US" sz="2700"/>
              <a:t>Business Continuity Strategy</a:t>
            </a:r>
            <a:endParaRPr sz="2700"/>
          </a:p>
          <a:p>
            <a:pPr indent="-400050" lvl="0" marL="457200" rtl="0" algn="l">
              <a:spcBef>
                <a:spcPts val="0"/>
              </a:spcBef>
              <a:spcAft>
                <a:spcPts val="0"/>
              </a:spcAft>
              <a:buSzPts val="2700"/>
              <a:buAutoNum type="arabicPeriod"/>
            </a:pPr>
            <a:r>
              <a:rPr lang="en-US" sz="2700"/>
              <a:t>Incident Response Plan</a:t>
            </a:r>
            <a:endParaRPr sz="2700"/>
          </a:p>
          <a:p>
            <a:pPr indent="-400050" lvl="0" marL="457200" rtl="0" algn="l">
              <a:spcBef>
                <a:spcPts val="0"/>
              </a:spcBef>
              <a:spcAft>
                <a:spcPts val="0"/>
              </a:spcAft>
              <a:buSzPts val="2700"/>
              <a:buAutoNum type="arabicPeriod"/>
            </a:pPr>
            <a:r>
              <a:rPr lang="en-US" sz="2700"/>
              <a:t>Marriott International’s Budget</a:t>
            </a:r>
            <a:endParaRPr sz="2700"/>
          </a:p>
          <a:p>
            <a:pPr indent="-400050" lvl="0" marL="457200" rtl="0" algn="l">
              <a:spcBef>
                <a:spcPts val="0"/>
              </a:spcBef>
              <a:spcAft>
                <a:spcPts val="0"/>
              </a:spcAft>
              <a:buSzPts val="2700"/>
              <a:buAutoNum type="arabicPeriod"/>
            </a:pPr>
            <a:r>
              <a:rPr lang="en-US" sz="2700"/>
              <a:t>Security Awareness and Education Program</a:t>
            </a:r>
            <a:endParaRPr sz="2700"/>
          </a:p>
          <a:p>
            <a:pPr indent="-400050" lvl="0" marL="457200" rtl="0" algn="l">
              <a:spcBef>
                <a:spcPts val="0"/>
              </a:spcBef>
              <a:spcAft>
                <a:spcPts val="0"/>
              </a:spcAft>
              <a:buSzPts val="2700"/>
              <a:buAutoNum type="arabicPeriod"/>
            </a:pPr>
            <a:r>
              <a:rPr lang="en-US" sz="2700"/>
              <a:t>Security Metrics</a:t>
            </a:r>
            <a:endParaRPr sz="2700"/>
          </a:p>
          <a:p>
            <a:pPr indent="-390906" lvl="0" marL="457200" rtl="0" algn="l">
              <a:spcBef>
                <a:spcPts val="0"/>
              </a:spcBef>
              <a:spcAft>
                <a:spcPts val="0"/>
              </a:spcAft>
              <a:buSzPts val="2556"/>
              <a:buAutoNum type="arabicPeriod"/>
            </a:pPr>
            <a:r>
              <a:rPr lang="en-US" sz="2700"/>
              <a:t>Overall Cybersecurity Strategy </a:t>
            </a:r>
            <a:endParaRPr sz="2700"/>
          </a:p>
          <a:p>
            <a:pPr indent="-400050" lvl="0" marL="457200" rtl="0" algn="l">
              <a:spcBef>
                <a:spcPts val="0"/>
              </a:spcBef>
              <a:spcAft>
                <a:spcPts val="0"/>
              </a:spcAft>
              <a:buSzPts val="2700"/>
              <a:buAutoNum type="arabicPeriod"/>
            </a:pPr>
            <a:r>
              <a:rPr lang="en-US" sz="2700"/>
              <a:t>References </a:t>
            </a:r>
            <a:endParaRPr sz="2700"/>
          </a:p>
        </p:txBody>
      </p:sp>
      <p:sp>
        <p:nvSpPr>
          <p:cNvPr id="113" name="Google Shape;113;p2"/>
          <p:cNvSpPr txBox="1"/>
          <p:nvPr>
            <p:ph type="title"/>
          </p:nvPr>
        </p:nvSpPr>
        <p:spPr>
          <a:xfrm>
            <a:off x="581192" y="711583"/>
            <a:ext cx="11029616" cy="1013800"/>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chemeClr val="lt1"/>
              </a:buClr>
              <a:buSzPts val="6000"/>
              <a:buFont typeface="Gill Sans"/>
              <a:buNone/>
            </a:pPr>
            <a:r>
              <a:rPr b="1" lang="en-US" sz="6000"/>
              <a:t>AGENDA</a:t>
            </a:r>
            <a:endParaRPr sz="6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3"/>
          <p:cNvSpPr txBox="1"/>
          <p:nvPr>
            <p:ph type="title"/>
          </p:nvPr>
        </p:nvSpPr>
        <p:spPr>
          <a:xfrm>
            <a:off x="581192" y="664449"/>
            <a:ext cx="11029616" cy="1013800"/>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chemeClr val="lt1"/>
              </a:buClr>
              <a:buSzPts val="5400"/>
              <a:buFont typeface="Gill Sans"/>
              <a:buNone/>
            </a:pPr>
            <a:r>
              <a:rPr b="1" lang="en-US" sz="5400"/>
              <a:t>PART ONE REVIEW</a:t>
            </a:r>
            <a:endParaRPr/>
          </a:p>
        </p:txBody>
      </p:sp>
      <p:sp>
        <p:nvSpPr>
          <p:cNvPr id="119" name="Google Shape;119;p3"/>
          <p:cNvSpPr txBox="1"/>
          <p:nvPr>
            <p:ph idx="1" type="body"/>
          </p:nvPr>
        </p:nvSpPr>
        <p:spPr>
          <a:xfrm>
            <a:off x="581192" y="2180496"/>
            <a:ext cx="11029615" cy="3678303"/>
          </a:xfrm>
          <a:prstGeom prst="rect">
            <a:avLst/>
          </a:prstGeom>
          <a:noFill/>
          <a:ln>
            <a:noFill/>
          </a:ln>
        </p:spPr>
        <p:txBody>
          <a:bodyPr anchorCtr="0" anchor="t" bIns="45700" lIns="91425" spcFirstLastPara="1" rIns="91425" wrap="square" tIns="45700">
            <a:normAutofit/>
          </a:bodyPr>
          <a:lstStyle/>
          <a:p>
            <a:pPr indent="-393700" lvl="0" marL="457200" rtl="0" algn="l">
              <a:spcBef>
                <a:spcPts val="0"/>
              </a:spcBef>
              <a:spcAft>
                <a:spcPts val="0"/>
              </a:spcAft>
              <a:buSzPts val="2600"/>
              <a:buChar char="◼"/>
            </a:pPr>
            <a:r>
              <a:rPr b="1" lang="en-US" sz="2600"/>
              <a:t>Key Points from Our Part One Cybersecurity Strategy</a:t>
            </a:r>
            <a:endParaRPr b="1" sz="2600"/>
          </a:p>
          <a:p>
            <a:pPr indent="-368300" lvl="1" marL="914400" rtl="0" algn="l">
              <a:spcBef>
                <a:spcPts val="0"/>
              </a:spcBef>
              <a:spcAft>
                <a:spcPts val="0"/>
              </a:spcAft>
              <a:buSzPts val="2200"/>
              <a:buChar char="◼"/>
            </a:pPr>
            <a:r>
              <a:rPr lang="en-US" sz="2200"/>
              <a:t>Marriott International business and cybersecurity </a:t>
            </a:r>
            <a:r>
              <a:rPr lang="en-US" sz="2200"/>
              <a:t>mission and core values</a:t>
            </a:r>
            <a:endParaRPr sz="2200"/>
          </a:p>
          <a:p>
            <a:pPr indent="-368300" lvl="1" marL="914400" rtl="0" algn="l">
              <a:spcBef>
                <a:spcPts val="0"/>
              </a:spcBef>
              <a:spcAft>
                <a:spcPts val="0"/>
              </a:spcAft>
              <a:buSzPts val="2200"/>
              <a:buChar char="◼"/>
            </a:pPr>
            <a:r>
              <a:rPr lang="en-US" sz="2200"/>
              <a:t>Organization of our security teams and their justification</a:t>
            </a:r>
            <a:endParaRPr sz="2200"/>
          </a:p>
          <a:p>
            <a:pPr indent="-368300" lvl="1" marL="914400" rtl="0" algn="l">
              <a:spcBef>
                <a:spcPts val="0"/>
              </a:spcBef>
              <a:spcAft>
                <a:spcPts val="0"/>
              </a:spcAft>
              <a:buSzPts val="2200"/>
              <a:buChar char="◼"/>
            </a:pPr>
            <a:r>
              <a:rPr lang="en-US" sz="2200"/>
              <a:t>The security challenges that Marriott is experiencing</a:t>
            </a:r>
            <a:endParaRPr sz="2200"/>
          </a:p>
          <a:p>
            <a:pPr indent="-393700" lvl="0" marL="457200" rtl="0" algn="l">
              <a:spcBef>
                <a:spcPts val="0"/>
              </a:spcBef>
              <a:spcAft>
                <a:spcPts val="0"/>
              </a:spcAft>
              <a:buSzPts val="2600"/>
              <a:buChar char="◼"/>
            </a:pPr>
            <a:r>
              <a:rPr b="1" lang="en-US" sz="2600"/>
              <a:t>How These Points are Significant</a:t>
            </a:r>
            <a:endParaRPr b="1" sz="2600"/>
          </a:p>
          <a:p>
            <a:pPr indent="-368300" lvl="1" marL="914400" rtl="0" algn="l">
              <a:spcBef>
                <a:spcPts val="0"/>
              </a:spcBef>
              <a:spcAft>
                <a:spcPts val="0"/>
              </a:spcAft>
              <a:buSzPts val="2200"/>
              <a:buChar char="◼"/>
            </a:pPr>
            <a:r>
              <a:rPr lang="en-US" sz="2200"/>
              <a:t>Establish a set of expectations</a:t>
            </a:r>
            <a:endParaRPr sz="2200"/>
          </a:p>
          <a:p>
            <a:pPr indent="-368300" lvl="1" marL="914400" rtl="0" algn="l">
              <a:spcBef>
                <a:spcPts val="0"/>
              </a:spcBef>
              <a:spcAft>
                <a:spcPts val="0"/>
              </a:spcAft>
              <a:buSzPts val="2200"/>
              <a:buChar char="◼"/>
            </a:pPr>
            <a:r>
              <a:rPr lang="en-US" sz="2200"/>
              <a:t>Insight to our staffing strategy</a:t>
            </a:r>
            <a:endParaRPr sz="2200"/>
          </a:p>
          <a:p>
            <a:pPr indent="-368300" lvl="1" marL="914400" rtl="0" algn="l">
              <a:spcBef>
                <a:spcPts val="0"/>
              </a:spcBef>
              <a:spcAft>
                <a:spcPts val="0"/>
              </a:spcAft>
              <a:buSzPts val="2200"/>
              <a:buChar char="◼"/>
            </a:pPr>
            <a:r>
              <a:rPr lang="en-US" sz="2200"/>
              <a:t>How these challenges will be addressed</a:t>
            </a:r>
            <a:endParaRPr sz="2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g2582983c6d1_0_0"/>
          <p:cNvSpPr txBox="1"/>
          <p:nvPr>
            <p:ph type="title"/>
          </p:nvPr>
        </p:nvSpPr>
        <p:spPr>
          <a:xfrm>
            <a:off x="883000" y="525550"/>
            <a:ext cx="10727700" cy="10137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t/>
            </a:r>
            <a:endParaRPr b="1" sz="4800"/>
          </a:p>
          <a:p>
            <a:pPr indent="0" lvl="0" marL="0" rtl="0" algn="l">
              <a:spcBef>
                <a:spcPts val="0"/>
              </a:spcBef>
              <a:spcAft>
                <a:spcPts val="0"/>
              </a:spcAft>
              <a:buClr>
                <a:schemeClr val="dk1"/>
              </a:buClr>
              <a:buSzPts val="1100"/>
              <a:buFont typeface="Arial"/>
              <a:buNone/>
            </a:pPr>
            <a:r>
              <a:rPr b="1" lang="en-US" sz="4800"/>
              <a:t>SECURITY STAFFING STRATEGY</a:t>
            </a:r>
            <a:endParaRPr b="1" sz="4800"/>
          </a:p>
        </p:txBody>
      </p:sp>
      <p:sp>
        <p:nvSpPr>
          <p:cNvPr id="126" name="Google Shape;126;g2582983c6d1_0_0"/>
          <p:cNvSpPr txBox="1"/>
          <p:nvPr/>
        </p:nvSpPr>
        <p:spPr>
          <a:xfrm>
            <a:off x="581200" y="2180500"/>
            <a:ext cx="4870500" cy="3678300"/>
          </a:xfrm>
          <a:prstGeom prst="rect">
            <a:avLst/>
          </a:prstGeom>
          <a:noFill/>
          <a:ln>
            <a:noFill/>
          </a:ln>
        </p:spPr>
        <p:txBody>
          <a:bodyPr anchorCtr="0" anchor="t" bIns="45700" lIns="91425" spcFirstLastPara="1" rIns="91425" wrap="square" tIns="45700">
            <a:normAutofit/>
          </a:bodyPr>
          <a:lstStyle/>
          <a:p>
            <a:pPr indent="-393700" lvl="0" marL="457200" rtl="0" algn="l">
              <a:spcBef>
                <a:spcPts val="0"/>
              </a:spcBef>
              <a:spcAft>
                <a:spcPts val="0"/>
              </a:spcAft>
              <a:buClr>
                <a:srgbClr val="4590B8"/>
              </a:buClr>
              <a:buSzPts val="2600"/>
              <a:buFont typeface="Noto Sans Symbols"/>
              <a:buChar char="◼"/>
            </a:pPr>
            <a:r>
              <a:rPr lang="en-US" sz="2600">
                <a:solidFill>
                  <a:srgbClr val="3D3D3D"/>
                </a:solidFill>
                <a:latin typeface="Gill Sans"/>
                <a:ea typeface="Gill Sans"/>
                <a:cs typeface="Gill Sans"/>
                <a:sym typeface="Gill Sans"/>
              </a:rPr>
              <a:t>How We Will Acquire New Staff</a:t>
            </a:r>
            <a:endParaRPr sz="2600">
              <a:solidFill>
                <a:srgbClr val="3D3D3D"/>
              </a:solidFill>
              <a:latin typeface="Gill Sans"/>
              <a:ea typeface="Gill Sans"/>
              <a:cs typeface="Gill Sans"/>
              <a:sym typeface="Gill Sans"/>
            </a:endParaRPr>
          </a:p>
          <a:p>
            <a:pPr indent="-349250" lvl="1" marL="914400" rtl="0" algn="l">
              <a:spcBef>
                <a:spcPts val="0"/>
              </a:spcBef>
              <a:spcAft>
                <a:spcPts val="0"/>
              </a:spcAft>
              <a:buClr>
                <a:srgbClr val="4590B8"/>
              </a:buClr>
              <a:buSzPts val="1900"/>
              <a:buFont typeface="Noto Sans Symbols"/>
              <a:buChar char="◼"/>
            </a:pPr>
            <a:r>
              <a:rPr lang="en-US" sz="1900">
                <a:solidFill>
                  <a:srgbClr val="3D3D3D"/>
                </a:solidFill>
                <a:latin typeface="Gill Sans"/>
                <a:ea typeface="Gill Sans"/>
                <a:cs typeface="Gill Sans"/>
                <a:sym typeface="Gill Sans"/>
              </a:rPr>
              <a:t>Online Job Boards</a:t>
            </a:r>
            <a:endParaRPr sz="1900">
              <a:solidFill>
                <a:srgbClr val="3D3D3D"/>
              </a:solidFill>
              <a:latin typeface="Gill Sans"/>
              <a:ea typeface="Gill Sans"/>
              <a:cs typeface="Gill Sans"/>
              <a:sym typeface="Gill Sans"/>
            </a:endParaRPr>
          </a:p>
          <a:p>
            <a:pPr indent="-349250" lvl="1" marL="914400" rtl="0" algn="l">
              <a:spcBef>
                <a:spcPts val="0"/>
              </a:spcBef>
              <a:spcAft>
                <a:spcPts val="0"/>
              </a:spcAft>
              <a:buClr>
                <a:srgbClr val="3D3D3D"/>
              </a:buClr>
              <a:buSzPts val="1900"/>
              <a:buFont typeface="Gill Sans"/>
              <a:buChar char="◼"/>
            </a:pPr>
            <a:r>
              <a:rPr lang="en-US" sz="1900">
                <a:solidFill>
                  <a:srgbClr val="3D3D3D"/>
                </a:solidFill>
                <a:latin typeface="Gill Sans"/>
                <a:ea typeface="Gill Sans"/>
                <a:cs typeface="Gill Sans"/>
                <a:sym typeface="Gill Sans"/>
              </a:rPr>
              <a:t>Internal References</a:t>
            </a:r>
            <a:endParaRPr sz="1900">
              <a:solidFill>
                <a:srgbClr val="3D3D3D"/>
              </a:solidFill>
              <a:latin typeface="Gill Sans"/>
              <a:ea typeface="Gill Sans"/>
              <a:cs typeface="Gill Sans"/>
              <a:sym typeface="Gill Sans"/>
            </a:endParaRPr>
          </a:p>
          <a:p>
            <a:pPr indent="-349250" lvl="1" marL="914400" rtl="0" algn="l">
              <a:spcBef>
                <a:spcPts val="0"/>
              </a:spcBef>
              <a:spcAft>
                <a:spcPts val="0"/>
              </a:spcAft>
              <a:buClr>
                <a:srgbClr val="3D3D3D"/>
              </a:buClr>
              <a:buSzPts val="1900"/>
              <a:buFont typeface="Gill Sans"/>
              <a:buChar char="◼"/>
            </a:pPr>
            <a:r>
              <a:rPr lang="en-US" sz="1900">
                <a:solidFill>
                  <a:srgbClr val="3D3D3D"/>
                </a:solidFill>
                <a:latin typeface="Gill Sans"/>
                <a:ea typeface="Gill Sans"/>
                <a:cs typeface="Gill Sans"/>
                <a:sym typeface="Gill Sans"/>
              </a:rPr>
              <a:t>Career Fairs</a:t>
            </a:r>
            <a:endParaRPr sz="1900">
              <a:solidFill>
                <a:srgbClr val="3D3D3D"/>
              </a:solidFill>
              <a:latin typeface="Gill Sans"/>
              <a:ea typeface="Gill Sans"/>
              <a:cs typeface="Gill Sans"/>
              <a:sym typeface="Gill Sans"/>
            </a:endParaRPr>
          </a:p>
          <a:p>
            <a:pPr indent="0" lvl="0" marL="0" rtl="0" algn="l">
              <a:spcBef>
                <a:spcPts val="0"/>
              </a:spcBef>
              <a:spcAft>
                <a:spcPts val="0"/>
              </a:spcAft>
              <a:buNone/>
            </a:pPr>
            <a:r>
              <a:t/>
            </a:r>
            <a:endParaRPr sz="1900">
              <a:solidFill>
                <a:srgbClr val="3D3D3D"/>
              </a:solidFill>
              <a:latin typeface="Gill Sans"/>
              <a:ea typeface="Gill Sans"/>
              <a:cs typeface="Gill Sans"/>
              <a:sym typeface="Gill Sans"/>
            </a:endParaRPr>
          </a:p>
          <a:p>
            <a:pPr indent="-393700" lvl="0" marL="457200" rtl="0" algn="l">
              <a:spcBef>
                <a:spcPts val="0"/>
              </a:spcBef>
              <a:spcAft>
                <a:spcPts val="0"/>
              </a:spcAft>
              <a:buClr>
                <a:srgbClr val="4590B8"/>
              </a:buClr>
              <a:buSzPts val="2600"/>
              <a:buFont typeface="Noto Sans Symbols"/>
              <a:buChar char="◼"/>
            </a:pPr>
            <a:r>
              <a:rPr lang="en-US" sz="2600">
                <a:solidFill>
                  <a:srgbClr val="3D3D3D"/>
                </a:solidFill>
                <a:latin typeface="Gill Sans"/>
                <a:ea typeface="Gill Sans"/>
                <a:cs typeface="Gill Sans"/>
                <a:sym typeface="Gill Sans"/>
              </a:rPr>
              <a:t>Skills We Are Looking For</a:t>
            </a:r>
            <a:endParaRPr sz="2600">
              <a:solidFill>
                <a:srgbClr val="3D3D3D"/>
              </a:solidFill>
              <a:latin typeface="Gill Sans"/>
              <a:ea typeface="Gill Sans"/>
              <a:cs typeface="Gill Sans"/>
              <a:sym typeface="Gill Sans"/>
            </a:endParaRPr>
          </a:p>
          <a:p>
            <a:pPr indent="-349250" lvl="1" marL="914400" rtl="0" algn="l">
              <a:spcBef>
                <a:spcPts val="0"/>
              </a:spcBef>
              <a:spcAft>
                <a:spcPts val="0"/>
              </a:spcAft>
              <a:buClr>
                <a:srgbClr val="4590B8"/>
              </a:buClr>
              <a:buSzPts val="1900"/>
              <a:buFont typeface="Noto Sans Symbols"/>
              <a:buChar char="◼"/>
            </a:pPr>
            <a:r>
              <a:rPr lang="en-US" sz="1900">
                <a:solidFill>
                  <a:srgbClr val="3D3D3D"/>
                </a:solidFill>
                <a:latin typeface="Gill Sans"/>
                <a:ea typeface="Gill Sans"/>
                <a:cs typeface="Gill Sans"/>
                <a:sym typeface="Gill Sans"/>
              </a:rPr>
              <a:t>Eagerness to adapt</a:t>
            </a:r>
            <a:endParaRPr sz="1900">
              <a:solidFill>
                <a:srgbClr val="3D3D3D"/>
              </a:solidFill>
              <a:latin typeface="Gill Sans"/>
              <a:ea typeface="Gill Sans"/>
              <a:cs typeface="Gill Sans"/>
              <a:sym typeface="Gill Sans"/>
            </a:endParaRPr>
          </a:p>
          <a:p>
            <a:pPr indent="-349250" lvl="1" marL="914400" rtl="0" algn="l">
              <a:spcBef>
                <a:spcPts val="0"/>
              </a:spcBef>
              <a:spcAft>
                <a:spcPts val="0"/>
              </a:spcAft>
              <a:buClr>
                <a:srgbClr val="3D3D3D"/>
              </a:buClr>
              <a:buSzPts val="1900"/>
              <a:buFont typeface="Gill Sans"/>
              <a:buChar char="◼"/>
            </a:pPr>
            <a:r>
              <a:rPr lang="en-US" sz="1900">
                <a:solidFill>
                  <a:srgbClr val="3D3D3D"/>
                </a:solidFill>
                <a:latin typeface="Gill Sans"/>
                <a:ea typeface="Gill Sans"/>
                <a:cs typeface="Gill Sans"/>
                <a:sym typeface="Gill Sans"/>
              </a:rPr>
              <a:t>Problem-solving with attention to detail</a:t>
            </a:r>
            <a:endParaRPr sz="1900">
              <a:solidFill>
                <a:srgbClr val="3D3D3D"/>
              </a:solidFill>
              <a:latin typeface="Gill Sans"/>
              <a:ea typeface="Gill Sans"/>
              <a:cs typeface="Gill Sans"/>
              <a:sym typeface="Gill Sans"/>
            </a:endParaRPr>
          </a:p>
          <a:p>
            <a:pPr indent="-349250" lvl="1" marL="914400" rtl="0" algn="l">
              <a:spcBef>
                <a:spcPts val="0"/>
              </a:spcBef>
              <a:spcAft>
                <a:spcPts val="0"/>
              </a:spcAft>
              <a:buClr>
                <a:srgbClr val="3D3D3D"/>
              </a:buClr>
              <a:buSzPts val="1900"/>
              <a:buFont typeface="Gill Sans"/>
              <a:buChar char="◼"/>
            </a:pPr>
            <a:r>
              <a:rPr lang="en-US" sz="1900">
                <a:solidFill>
                  <a:srgbClr val="3D3D3D"/>
                </a:solidFill>
                <a:latin typeface="Gill Sans"/>
                <a:ea typeface="Gill Sans"/>
                <a:cs typeface="Gill Sans"/>
                <a:sym typeface="Gill Sans"/>
              </a:rPr>
              <a:t>Can communicate and synergize</a:t>
            </a:r>
            <a:endParaRPr sz="1900">
              <a:solidFill>
                <a:srgbClr val="3D3D3D"/>
              </a:solidFill>
              <a:latin typeface="Gill Sans"/>
              <a:ea typeface="Gill Sans"/>
              <a:cs typeface="Gill Sans"/>
              <a:sym typeface="Gill Sans"/>
            </a:endParaRPr>
          </a:p>
        </p:txBody>
      </p:sp>
      <p:sp>
        <p:nvSpPr>
          <p:cNvPr id="127" name="Google Shape;127;g2582983c6d1_0_0"/>
          <p:cNvSpPr txBox="1"/>
          <p:nvPr/>
        </p:nvSpPr>
        <p:spPr>
          <a:xfrm>
            <a:off x="6598675" y="2180500"/>
            <a:ext cx="4870500" cy="3678300"/>
          </a:xfrm>
          <a:prstGeom prst="rect">
            <a:avLst/>
          </a:prstGeom>
          <a:noFill/>
          <a:ln>
            <a:noFill/>
          </a:ln>
        </p:spPr>
        <p:txBody>
          <a:bodyPr anchorCtr="0" anchor="t" bIns="45700" lIns="91425" spcFirstLastPara="1" rIns="91425" wrap="square" tIns="45700">
            <a:normAutofit lnSpcReduction="10000"/>
          </a:bodyPr>
          <a:lstStyle/>
          <a:p>
            <a:pPr indent="-393700" lvl="0" marL="457200" rtl="0" algn="l">
              <a:spcBef>
                <a:spcPts val="0"/>
              </a:spcBef>
              <a:spcAft>
                <a:spcPts val="0"/>
              </a:spcAft>
              <a:buClr>
                <a:srgbClr val="4590B8"/>
              </a:buClr>
              <a:buSzPts val="2600"/>
              <a:buFont typeface="Noto Sans Symbols"/>
              <a:buChar char="◼"/>
            </a:pPr>
            <a:r>
              <a:rPr lang="en-US" sz="2600">
                <a:solidFill>
                  <a:srgbClr val="3D3D3D"/>
                </a:solidFill>
                <a:latin typeface="Gill Sans"/>
                <a:ea typeface="Gill Sans"/>
                <a:cs typeface="Gill Sans"/>
                <a:sym typeface="Gill Sans"/>
              </a:rPr>
              <a:t>Interview and Onboarding</a:t>
            </a:r>
            <a:endParaRPr sz="2600">
              <a:solidFill>
                <a:srgbClr val="3D3D3D"/>
              </a:solidFill>
              <a:latin typeface="Gill Sans"/>
              <a:ea typeface="Gill Sans"/>
              <a:cs typeface="Gill Sans"/>
              <a:sym typeface="Gill Sans"/>
            </a:endParaRPr>
          </a:p>
          <a:p>
            <a:pPr indent="-349250" lvl="1" marL="914400" rtl="0" algn="l">
              <a:spcBef>
                <a:spcPts val="0"/>
              </a:spcBef>
              <a:spcAft>
                <a:spcPts val="0"/>
              </a:spcAft>
              <a:buClr>
                <a:srgbClr val="4590B8"/>
              </a:buClr>
              <a:buSzPts val="1900"/>
              <a:buFont typeface="Noto Sans Symbols"/>
              <a:buChar char="◼"/>
            </a:pPr>
            <a:r>
              <a:rPr lang="en-US" sz="1900">
                <a:solidFill>
                  <a:srgbClr val="3D3D3D"/>
                </a:solidFill>
                <a:latin typeface="Gill Sans"/>
                <a:ea typeface="Gill Sans"/>
                <a:cs typeface="Gill Sans"/>
                <a:sym typeface="Gill Sans"/>
              </a:rPr>
              <a:t>Four rounds of interviews for each new hire</a:t>
            </a:r>
            <a:endParaRPr sz="1900">
              <a:solidFill>
                <a:srgbClr val="3D3D3D"/>
              </a:solidFill>
              <a:latin typeface="Gill Sans"/>
              <a:ea typeface="Gill Sans"/>
              <a:cs typeface="Gill Sans"/>
              <a:sym typeface="Gill Sans"/>
            </a:endParaRPr>
          </a:p>
          <a:p>
            <a:pPr indent="-349250" lvl="1" marL="914400" rtl="0" algn="l">
              <a:spcBef>
                <a:spcPts val="0"/>
              </a:spcBef>
              <a:spcAft>
                <a:spcPts val="0"/>
              </a:spcAft>
              <a:buClr>
                <a:srgbClr val="3D3D3D"/>
              </a:buClr>
              <a:buSzPts val="1900"/>
              <a:buFont typeface="Gill Sans"/>
              <a:buChar char="◼"/>
            </a:pPr>
            <a:r>
              <a:rPr lang="en-US" sz="1900">
                <a:solidFill>
                  <a:srgbClr val="3D3D3D"/>
                </a:solidFill>
                <a:latin typeface="Gill Sans"/>
                <a:ea typeface="Gill Sans"/>
                <a:cs typeface="Gill Sans"/>
                <a:sym typeface="Gill Sans"/>
              </a:rPr>
              <a:t>Onboarding will consist of a two week regimen with a month checkup</a:t>
            </a:r>
            <a:endParaRPr sz="1900">
              <a:solidFill>
                <a:srgbClr val="3D3D3D"/>
              </a:solidFill>
              <a:latin typeface="Gill Sans"/>
              <a:ea typeface="Gill Sans"/>
              <a:cs typeface="Gill Sans"/>
              <a:sym typeface="Gill Sans"/>
            </a:endParaRPr>
          </a:p>
          <a:p>
            <a:pPr indent="0" lvl="0" marL="0" rtl="0" algn="l">
              <a:spcBef>
                <a:spcPts val="0"/>
              </a:spcBef>
              <a:spcAft>
                <a:spcPts val="0"/>
              </a:spcAft>
              <a:buNone/>
            </a:pPr>
            <a:r>
              <a:t/>
            </a:r>
            <a:endParaRPr sz="1900">
              <a:solidFill>
                <a:srgbClr val="3D3D3D"/>
              </a:solidFill>
              <a:latin typeface="Gill Sans"/>
              <a:ea typeface="Gill Sans"/>
              <a:cs typeface="Gill Sans"/>
              <a:sym typeface="Gill Sans"/>
            </a:endParaRPr>
          </a:p>
          <a:p>
            <a:pPr indent="-393700" lvl="0" marL="457200" rtl="0" algn="l">
              <a:spcBef>
                <a:spcPts val="0"/>
              </a:spcBef>
              <a:spcAft>
                <a:spcPts val="0"/>
              </a:spcAft>
              <a:buClr>
                <a:srgbClr val="4590B8"/>
              </a:buClr>
              <a:buSzPts val="2600"/>
              <a:buFont typeface="Noto Sans Symbols"/>
              <a:buChar char="◼"/>
            </a:pPr>
            <a:r>
              <a:rPr lang="en-US" sz="2600">
                <a:solidFill>
                  <a:srgbClr val="3D3D3D"/>
                </a:solidFill>
                <a:latin typeface="Gill Sans"/>
                <a:ea typeface="Gill Sans"/>
                <a:cs typeface="Gill Sans"/>
                <a:sym typeface="Gill Sans"/>
              </a:rPr>
              <a:t>Attracting and Retaining Staff</a:t>
            </a:r>
            <a:endParaRPr sz="2600">
              <a:solidFill>
                <a:srgbClr val="3D3D3D"/>
              </a:solidFill>
              <a:latin typeface="Gill Sans"/>
              <a:ea typeface="Gill Sans"/>
              <a:cs typeface="Gill Sans"/>
              <a:sym typeface="Gill Sans"/>
            </a:endParaRPr>
          </a:p>
          <a:p>
            <a:pPr indent="-349250" lvl="1" marL="914400" rtl="0" algn="l">
              <a:spcBef>
                <a:spcPts val="0"/>
              </a:spcBef>
              <a:spcAft>
                <a:spcPts val="0"/>
              </a:spcAft>
              <a:buClr>
                <a:srgbClr val="4590B8"/>
              </a:buClr>
              <a:buSzPts val="1900"/>
              <a:buFont typeface="Noto Sans Symbols"/>
              <a:buChar char="◼"/>
            </a:pPr>
            <a:r>
              <a:rPr lang="en-US" sz="1900">
                <a:solidFill>
                  <a:srgbClr val="3D3D3D"/>
                </a:solidFill>
                <a:latin typeface="Gill Sans"/>
                <a:ea typeface="Gill Sans"/>
                <a:cs typeface="Gill Sans"/>
                <a:sym typeface="Gill Sans"/>
              </a:rPr>
              <a:t>Variety of desirable benefits</a:t>
            </a:r>
            <a:endParaRPr sz="1900">
              <a:solidFill>
                <a:srgbClr val="3D3D3D"/>
              </a:solidFill>
              <a:latin typeface="Gill Sans"/>
              <a:ea typeface="Gill Sans"/>
              <a:cs typeface="Gill Sans"/>
              <a:sym typeface="Gill Sans"/>
            </a:endParaRPr>
          </a:p>
          <a:p>
            <a:pPr indent="-349250" lvl="1" marL="914400" rtl="0" algn="l">
              <a:spcBef>
                <a:spcPts val="0"/>
              </a:spcBef>
              <a:spcAft>
                <a:spcPts val="0"/>
              </a:spcAft>
              <a:buClr>
                <a:srgbClr val="3D3D3D"/>
              </a:buClr>
              <a:buSzPts val="1900"/>
              <a:buFont typeface="Gill Sans"/>
              <a:buChar char="◼"/>
            </a:pPr>
            <a:r>
              <a:rPr lang="en-US" sz="1900">
                <a:solidFill>
                  <a:srgbClr val="3D3D3D"/>
                </a:solidFill>
                <a:latin typeface="Gill Sans"/>
                <a:ea typeface="Gill Sans"/>
                <a:cs typeface="Gill Sans"/>
                <a:sym typeface="Gill Sans"/>
              </a:rPr>
              <a:t>These benefits will create an effective and flexible environment for our security teams</a:t>
            </a:r>
            <a:endParaRPr sz="1900">
              <a:solidFill>
                <a:srgbClr val="3D3D3D"/>
              </a:solidFill>
              <a:latin typeface="Gill Sans"/>
              <a:ea typeface="Gill Sans"/>
              <a:cs typeface="Gill Sans"/>
              <a:sym typeface="Gill Sans"/>
            </a:endParaRPr>
          </a:p>
          <a:p>
            <a:pPr indent="-349250" lvl="1" marL="914400" rtl="0" algn="l">
              <a:spcBef>
                <a:spcPts val="0"/>
              </a:spcBef>
              <a:spcAft>
                <a:spcPts val="0"/>
              </a:spcAft>
              <a:buClr>
                <a:srgbClr val="3D3D3D"/>
              </a:buClr>
              <a:buSzPts val="1900"/>
              <a:buFont typeface="Gill Sans"/>
              <a:buChar char="◼"/>
            </a:pPr>
            <a:r>
              <a:rPr lang="en-US" sz="1900">
                <a:solidFill>
                  <a:srgbClr val="3D3D3D"/>
                </a:solidFill>
                <a:latin typeface="Gill Sans"/>
                <a:ea typeface="Gill Sans"/>
                <a:cs typeface="Gill Sans"/>
                <a:sym typeface="Gill Sans"/>
              </a:rPr>
              <a:t>Handling of staff departure</a:t>
            </a:r>
            <a:endParaRPr sz="1900">
              <a:solidFill>
                <a:srgbClr val="3D3D3D"/>
              </a:solidFill>
              <a:latin typeface="Gill Sans"/>
              <a:ea typeface="Gill Sans"/>
              <a:cs typeface="Gill Sans"/>
              <a:sym typeface="Gill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5"/>
          <p:cNvSpPr txBox="1"/>
          <p:nvPr>
            <p:ph type="title"/>
          </p:nvPr>
        </p:nvSpPr>
        <p:spPr>
          <a:xfrm>
            <a:off x="581192" y="492301"/>
            <a:ext cx="11029616" cy="1013800"/>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chemeClr val="lt1"/>
              </a:buClr>
              <a:buSzPts val="4400"/>
              <a:buFont typeface="Gill Sans"/>
              <a:buNone/>
            </a:pPr>
            <a:r>
              <a:rPr b="1" lang="en-US" sz="4400"/>
              <a:t>BUSINESS CONTINUITY STRATEGY</a:t>
            </a:r>
            <a:endParaRPr/>
          </a:p>
        </p:txBody>
      </p:sp>
      <p:pic>
        <p:nvPicPr>
          <p:cNvPr id="133" name="Google Shape;133;p5"/>
          <p:cNvPicPr preferRelativeResize="0"/>
          <p:nvPr/>
        </p:nvPicPr>
        <p:blipFill>
          <a:blip r:embed="rId3">
            <a:alphaModFix/>
          </a:blip>
          <a:stretch>
            <a:fillRect/>
          </a:stretch>
        </p:blipFill>
        <p:spPr>
          <a:xfrm>
            <a:off x="504888" y="2261550"/>
            <a:ext cx="11182223" cy="3359401"/>
          </a:xfrm>
          <a:prstGeom prst="rect">
            <a:avLst/>
          </a:prstGeom>
          <a:noFill/>
          <a:ln>
            <a:noFill/>
          </a:ln>
        </p:spPr>
      </p:pic>
      <p:sp>
        <p:nvSpPr>
          <p:cNvPr id="134" name="Google Shape;134;p5"/>
          <p:cNvSpPr txBox="1"/>
          <p:nvPr/>
        </p:nvSpPr>
        <p:spPr>
          <a:xfrm>
            <a:off x="4448575" y="5783725"/>
            <a:ext cx="5665800" cy="43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US">
                <a:latin typeface="Gill Sans"/>
                <a:ea typeface="Gill Sans"/>
                <a:cs typeface="Gill Sans"/>
                <a:sym typeface="Gill Sans"/>
              </a:rPr>
              <a:t>Note: </a:t>
            </a:r>
            <a:r>
              <a:rPr lang="en-US">
                <a:latin typeface="Gill Sans"/>
                <a:ea typeface="Gill Sans"/>
                <a:cs typeface="Gill Sans"/>
                <a:sym typeface="Gill Sans"/>
              </a:rPr>
              <a:t>From </a:t>
            </a:r>
            <a:r>
              <a:rPr i="1" lang="en-US">
                <a:solidFill>
                  <a:schemeClr val="dk2"/>
                </a:solidFill>
                <a:latin typeface="Gill Sans"/>
                <a:ea typeface="Gill Sans"/>
                <a:cs typeface="Gill Sans"/>
                <a:sym typeface="Gill Sans"/>
              </a:rPr>
              <a:t>Disaster recovery options in the cloud - Disaster Recovery of Workloads on AWS: Recovery in the Cloud</a:t>
            </a:r>
            <a:r>
              <a:rPr lang="en-US">
                <a:solidFill>
                  <a:schemeClr val="dk2"/>
                </a:solidFill>
                <a:latin typeface="Gill Sans"/>
                <a:ea typeface="Gill Sans"/>
                <a:cs typeface="Gill Sans"/>
                <a:sym typeface="Gill Sans"/>
              </a:rPr>
              <a:t>. (2023)</a:t>
            </a:r>
            <a:endParaRPr>
              <a:latin typeface="Gill Sans"/>
              <a:ea typeface="Gill Sans"/>
              <a:cs typeface="Gill Sans"/>
              <a:sym typeface="Gill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6"/>
          <p:cNvSpPr txBox="1"/>
          <p:nvPr>
            <p:ph type="title"/>
          </p:nvPr>
        </p:nvSpPr>
        <p:spPr>
          <a:xfrm>
            <a:off x="581191" y="560754"/>
            <a:ext cx="11029616" cy="1013800"/>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chemeClr val="lt1"/>
              </a:buClr>
              <a:buSzPts val="4800"/>
              <a:buFont typeface="Gill Sans"/>
              <a:buNone/>
            </a:pPr>
            <a:r>
              <a:rPr b="1" lang="en-US" sz="4800"/>
              <a:t>INCIDENT RESPONSE PLAN</a:t>
            </a:r>
            <a:endParaRPr/>
          </a:p>
        </p:txBody>
      </p:sp>
      <p:pic>
        <p:nvPicPr>
          <p:cNvPr id="140" name="Google Shape;140;p6"/>
          <p:cNvPicPr preferRelativeResize="0"/>
          <p:nvPr/>
        </p:nvPicPr>
        <p:blipFill>
          <a:blip r:embed="rId3">
            <a:alphaModFix/>
          </a:blip>
          <a:stretch>
            <a:fillRect/>
          </a:stretch>
        </p:blipFill>
        <p:spPr>
          <a:xfrm>
            <a:off x="1847850" y="2217804"/>
            <a:ext cx="8496300" cy="35433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8"/>
          <p:cNvSpPr txBox="1"/>
          <p:nvPr>
            <p:ph type="title"/>
          </p:nvPr>
        </p:nvSpPr>
        <p:spPr>
          <a:xfrm>
            <a:off x="581192" y="655022"/>
            <a:ext cx="11029616" cy="1013800"/>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chemeClr val="lt1"/>
              </a:buClr>
              <a:buSzPts val="5400"/>
              <a:buFont typeface="Gill Sans"/>
              <a:buNone/>
            </a:pPr>
            <a:r>
              <a:rPr b="1" lang="en-US" sz="5400"/>
              <a:t>BUDGET</a:t>
            </a:r>
            <a:endParaRPr b="1" sz="6600"/>
          </a:p>
        </p:txBody>
      </p:sp>
      <p:pic>
        <p:nvPicPr>
          <p:cNvPr id="146" name="Google Shape;146;p8"/>
          <p:cNvPicPr preferRelativeResize="0"/>
          <p:nvPr/>
        </p:nvPicPr>
        <p:blipFill>
          <a:blip r:embed="rId3">
            <a:alphaModFix/>
          </a:blip>
          <a:stretch>
            <a:fillRect/>
          </a:stretch>
        </p:blipFill>
        <p:spPr>
          <a:xfrm>
            <a:off x="2717250" y="2017575"/>
            <a:ext cx="6757500" cy="40616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7"/>
          <p:cNvSpPr txBox="1"/>
          <p:nvPr>
            <p:ph type="title"/>
          </p:nvPr>
        </p:nvSpPr>
        <p:spPr>
          <a:xfrm>
            <a:off x="647180" y="492301"/>
            <a:ext cx="11029616" cy="1013800"/>
          </a:xfrm>
          <a:prstGeom prst="rect">
            <a:avLst/>
          </a:prstGeom>
          <a:noFill/>
          <a:ln>
            <a:noFill/>
          </a:ln>
        </p:spPr>
        <p:txBody>
          <a:bodyPr anchorCtr="0" anchor="b" bIns="45700" lIns="91425" spcFirstLastPara="1" rIns="91425" wrap="square" tIns="45700">
            <a:normAutofit fontScale="90000"/>
          </a:bodyPr>
          <a:lstStyle/>
          <a:p>
            <a:pPr indent="0" lvl="0" marL="0" rtl="0" algn="ctr">
              <a:spcBef>
                <a:spcPts val="0"/>
              </a:spcBef>
              <a:spcAft>
                <a:spcPts val="0"/>
              </a:spcAft>
              <a:buClr>
                <a:schemeClr val="lt1"/>
              </a:buClr>
              <a:buSzPct val="100000"/>
              <a:buFont typeface="Gill Sans"/>
              <a:buNone/>
            </a:pPr>
            <a:r>
              <a:rPr b="1" lang="en-US" sz="4000"/>
              <a:t>SECURITY AWARENESS AND EDUCATION</a:t>
            </a:r>
            <a:endParaRPr/>
          </a:p>
        </p:txBody>
      </p:sp>
      <p:sp>
        <p:nvSpPr>
          <p:cNvPr id="152" name="Google Shape;152;p7"/>
          <p:cNvSpPr txBox="1"/>
          <p:nvPr>
            <p:ph idx="1" type="body"/>
          </p:nvPr>
        </p:nvSpPr>
        <p:spPr>
          <a:xfrm>
            <a:off x="384092" y="1300796"/>
            <a:ext cx="11029500" cy="3678300"/>
          </a:xfrm>
          <a:prstGeom prst="rect">
            <a:avLst/>
          </a:prstGeom>
          <a:noFill/>
          <a:ln>
            <a:noFill/>
          </a:ln>
        </p:spPr>
        <p:txBody>
          <a:bodyPr anchorCtr="0" anchor="ctr" bIns="45700" lIns="91425" spcFirstLastPara="1" rIns="91425" wrap="square" tIns="45700">
            <a:normAutofit/>
          </a:bodyPr>
          <a:lstStyle/>
          <a:p>
            <a:pPr indent="0" lvl="0" marL="0" rtl="0" algn="l">
              <a:lnSpc>
                <a:spcPct val="115000"/>
              </a:lnSpc>
              <a:spcBef>
                <a:spcPts val="0"/>
              </a:spcBef>
              <a:spcAft>
                <a:spcPts val="0"/>
              </a:spcAft>
              <a:buClr>
                <a:schemeClr val="dk1"/>
              </a:buClr>
              <a:buSzPts val="1100"/>
              <a:buFont typeface="Arial"/>
              <a:buNone/>
            </a:pPr>
            <a:r>
              <a:rPr lang="en-US" sz="2200">
                <a:solidFill>
                  <a:schemeClr val="dk1"/>
                </a:solidFill>
              </a:rPr>
              <a:t>The Security Awareness and Education Program includes a Learning Management System (LMS) that develops interactive training modules on various cybersecurity topics. Accessible to all employees, the platform houses comprehensive documents outlining our cybersecurity policies and procedures. Our team promptly disseminates security alerts and updates, keeping employees informed about emerging threats and best practices. </a:t>
            </a:r>
            <a:endParaRPr sz="2200">
              <a:solidFill>
                <a:schemeClr val="dk1"/>
              </a:solidFill>
            </a:endParaRPr>
          </a:p>
          <a:p>
            <a:pPr indent="-200844" lvl="0" marL="306000" rtl="0" algn="l">
              <a:spcBef>
                <a:spcPts val="0"/>
              </a:spcBef>
              <a:spcAft>
                <a:spcPts val="0"/>
              </a:spcAft>
              <a:buSzPts val="1656"/>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4"/>
          <p:cNvSpPr txBox="1"/>
          <p:nvPr>
            <p:ph type="title"/>
          </p:nvPr>
        </p:nvSpPr>
        <p:spPr>
          <a:xfrm>
            <a:off x="581192" y="492301"/>
            <a:ext cx="11029616" cy="1013800"/>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chemeClr val="lt1"/>
              </a:buClr>
              <a:buSzPts val="4800"/>
              <a:buFont typeface="Gill Sans"/>
              <a:buNone/>
            </a:pPr>
            <a:r>
              <a:rPr b="1" lang="en-US" sz="4800"/>
              <a:t>SECURITY METRICS</a:t>
            </a:r>
            <a:endParaRPr/>
          </a:p>
        </p:txBody>
      </p:sp>
      <p:pic>
        <p:nvPicPr>
          <p:cNvPr id="158" name="Google Shape;158;p4"/>
          <p:cNvPicPr preferRelativeResize="0"/>
          <p:nvPr/>
        </p:nvPicPr>
        <p:blipFill>
          <a:blip r:embed="rId3">
            <a:alphaModFix/>
          </a:blip>
          <a:stretch>
            <a:fillRect/>
          </a:stretch>
        </p:blipFill>
        <p:spPr>
          <a:xfrm>
            <a:off x="6244075" y="2166375"/>
            <a:ext cx="5465425" cy="3352150"/>
          </a:xfrm>
          <a:prstGeom prst="rect">
            <a:avLst/>
          </a:prstGeom>
          <a:noFill/>
          <a:ln>
            <a:noFill/>
          </a:ln>
        </p:spPr>
      </p:pic>
      <p:pic>
        <p:nvPicPr>
          <p:cNvPr id="159" name="Google Shape;159;p4"/>
          <p:cNvPicPr preferRelativeResize="0"/>
          <p:nvPr/>
        </p:nvPicPr>
        <p:blipFill>
          <a:blip r:embed="rId4">
            <a:alphaModFix/>
          </a:blip>
          <a:stretch>
            <a:fillRect/>
          </a:stretch>
        </p:blipFill>
        <p:spPr>
          <a:xfrm>
            <a:off x="416500" y="2237825"/>
            <a:ext cx="5543075" cy="32092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2596a21de19_0_0"/>
          <p:cNvSpPr txBox="1"/>
          <p:nvPr>
            <p:ph type="title"/>
          </p:nvPr>
        </p:nvSpPr>
        <p:spPr>
          <a:xfrm>
            <a:off x="581192" y="492301"/>
            <a:ext cx="11029500" cy="1013700"/>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chemeClr val="lt1"/>
              </a:buClr>
              <a:buSzPts val="4800"/>
              <a:buFont typeface="Gill Sans"/>
              <a:buNone/>
            </a:pPr>
            <a:r>
              <a:rPr b="1" lang="en-US" sz="4800"/>
              <a:t>SECURITY METRICS</a:t>
            </a:r>
            <a:endParaRPr/>
          </a:p>
        </p:txBody>
      </p:sp>
      <p:pic>
        <p:nvPicPr>
          <p:cNvPr id="165" name="Google Shape;165;g2596a21de19_0_0"/>
          <p:cNvPicPr preferRelativeResize="0"/>
          <p:nvPr/>
        </p:nvPicPr>
        <p:blipFill rotWithShape="1">
          <a:blip r:embed="rId3">
            <a:alphaModFix/>
          </a:blip>
          <a:srcRect b="0" l="3210" r="3200" t="0"/>
          <a:stretch/>
        </p:blipFill>
        <p:spPr>
          <a:xfrm>
            <a:off x="6145275" y="2166375"/>
            <a:ext cx="5465425" cy="3352150"/>
          </a:xfrm>
          <a:prstGeom prst="rect">
            <a:avLst/>
          </a:prstGeom>
          <a:noFill/>
          <a:ln>
            <a:noFill/>
          </a:ln>
        </p:spPr>
      </p:pic>
      <p:pic>
        <p:nvPicPr>
          <p:cNvPr id="166" name="Google Shape;166;g2596a21de19_0_0"/>
          <p:cNvPicPr preferRelativeResize="0"/>
          <p:nvPr/>
        </p:nvPicPr>
        <p:blipFill rotWithShape="1">
          <a:blip r:embed="rId4">
            <a:alphaModFix/>
          </a:blip>
          <a:srcRect b="337" l="0" r="0" t="337"/>
          <a:stretch/>
        </p:blipFill>
        <p:spPr>
          <a:xfrm>
            <a:off x="506350" y="2237825"/>
            <a:ext cx="5543076" cy="32092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9"/>
          <p:cNvSpPr txBox="1"/>
          <p:nvPr>
            <p:ph type="title"/>
          </p:nvPr>
        </p:nvSpPr>
        <p:spPr>
          <a:xfrm>
            <a:off x="581192" y="570180"/>
            <a:ext cx="11029616" cy="1013800"/>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chemeClr val="lt1"/>
              </a:buClr>
              <a:buSzPts val="4800"/>
              <a:buFont typeface="Gill Sans"/>
              <a:buNone/>
            </a:pPr>
            <a:r>
              <a:rPr b="1" lang="en-US" sz="4800"/>
              <a:t>CYBERSECURITY STRATEGY</a:t>
            </a:r>
            <a:endParaRPr/>
          </a:p>
        </p:txBody>
      </p:sp>
      <p:sp>
        <p:nvSpPr>
          <p:cNvPr id="172" name="Google Shape;172;p9"/>
          <p:cNvSpPr txBox="1"/>
          <p:nvPr>
            <p:ph idx="1" type="body"/>
          </p:nvPr>
        </p:nvSpPr>
        <p:spPr>
          <a:xfrm>
            <a:off x="581192" y="2180496"/>
            <a:ext cx="11029615" cy="3678303"/>
          </a:xfrm>
          <a:prstGeom prst="rect">
            <a:avLst/>
          </a:prstGeom>
          <a:noFill/>
          <a:ln>
            <a:noFill/>
          </a:ln>
        </p:spPr>
        <p:txBody>
          <a:bodyPr anchorCtr="0" anchor="ctr" bIns="45700" lIns="91425" spcFirstLastPara="1" rIns="91425" wrap="square" tIns="45700">
            <a:normAutofit/>
          </a:bodyPr>
          <a:lstStyle/>
          <a:p>
            <a:pPr indent="-342900" lvl="0" marL="457200" rtl="0" algn="l">
              <a:lnSpc>
                <a:spcPct val="115000"/>
              </a:lnSpc>
              <a:spcBef>
                <a:spcPts val="1500"/>
              </a:spcBef>
              <a:spcAft>
                <a:spcPts val="0"/>
              </a:spcAft>
              <a:buClr>
                <a:schemeClr val="accent2"/>
              </a:buClr>
              <a:buSzPts val="1800"/>
              <a:buFont typeface="Gill Sans"/>
              <a:buChar char="■"/>
            </a:pPr>
            <a:r>
              <a:rPr lang="en-US">
                <a:solidFill>
                  <a:schemeClr val="dk1"/>
                </a:solidFill>
              </a:rPr>
              <a:t>Emphasize a multi-faceted approach to cybersecurity to tackle diverse threats from an evolving landscape, human error, and system interconnectivity.</a:t>
            </a:r>
            <a:endParaRPr>
              <a:solidFill>
                <a:schemeClr val="dk1"/>
              </a:solidFill>
            </a:endParaRPr>
          </a:p>
          <a:p>
            <a:pPr indent="-342900" lvl="0" marL="457200" rtl="0" algn="l">
              <a:lnSpc>
                <a:spcPct val="115000"/>
              </a:lnSpc>
              <a:spcBef>
                <a:spcPts val="0"/>
              </a:spcBef>
              <a:spcAft>
                <a:spcPts val="0"/>
              </a:spcAft>
              <a:buClr>
                <a:schemeClr val="dk1"/>
              </a:buClr>
              <a:buSzPts val="1800"/>
              <a:buFont typeface="Gill Sans"/>
              <a:buChar char="■"/>
            </a:pPr>
            <a:r>
              <a:rPr lang="en-US">
                <a:solidFill>
                  <a:schemeClr val="dk1"/>
                </a:solidFill>
              </a:rPr>
              <a:t>Key focus areas for reinforcing the cybersecurity strategy:</a:t>
            </a:r>
            <a:endParaRPr>
              <a:solidFill>
                <a:schemeClr val="dk1"/>
              </a:solidFill>
            </a:endParaRPr>
          </a:p>
          <a:p>
            <a:pPr indent="-342900" lvl="1" marL="914400" rtl="0" algn="l">
              <a:lnSpc>
                <a:spcPct val="115000"/>
              </a:lnSpc>
              <a:spcBef>
                <a:spcPts val="0"/>
              </a:spcBef>
              <a:spcAft>
                <a:spcPts val="0"/>
              </a:spcAft>
              <a:buSzPts val="1800"/>
              <a:buFont typeface="Gill Sans"/>
              <a:buChar char="■"/>
            </a:pPr>
            <a:r>
              <a:rPr lang="en-US" sz="1800">
                <a:solidFill>
                  <a:schemeClr val="dk1"/>
                </a:solidFill>
              </a:rPr>
              <a:t>Prioritizing cybersecurity, investing in employee training, establishing security metrics, optimizing resource strategy, and fostering a culture of security.</a:t>
            </a:r>
            <a:endParaRPr sz="1800">
              <a:solidFill>
                <a:schemeClr val="dk1"/>
              </a:solidFill>
            </a:endParaRPr>
          </a:p>
          <a:p>
            <a:pPr indent="-342900" lvl="0" marL="457200" rtl="0" algn="l">
              <a:lnSpc>
                <a:spcPct val="115000"/>
              </a:lnSpc>
              <a:spcBef>
                <a:spcPts val="0"/>
              </a:spcBef>
              <a:spcAft>
                <a:spcPts val="0"/>
              </a:spcAft>
              <a:buClr>
                <a:schemeClr val="dk1"/>
              </a:buClr>
              <a:buSzPts val="1800"/>
              <a:buFont typeface="Gill Sans"/>
              <a:buChar char="■"/>
            </a:pPr>
            <a:r>
              <a:rPr lang="en-US">
                <a:solidFill>
                  <a:schemeClr val="dk1"/>
                </a:solidFill>
              </a:rPr>
              <a:t>Regular monitoring, collaboration, and a business continuity plan are pivotal for maintaining a resilient cybersecurity posture.</a:t>
            </a:r>
            <a:endParaRPr>
              <a:solidFill>
                <a:schemeClr val="dk1"/>
              </a:solidFill>
            </a:endParaRPr>
          </a:p>
          <a:p>
            <a:pPr indent="-342900" lvl="0" marL="457200" rtl="0" algn="l">
              <a:lnSpc>
                <a:spcPct val="115000"/>
              </a:lnSpc>
              <a:spcBef>
                <a:spcPts val="0"/>
              </a:spcBef>
              <a:spcAft>
                <a:spcPts val="0"/>
              </a:spcAft>
              <a:buClr>
                <a:schemeClr val="dk1"/>
              </a:buClr>
              <a:buSzPts val="1800"/>
              <a:buFont typeface="Gill Sans"/>
              <a:buChar char="■"/>
            </a:pPr>
            <a:r>
              <a:rPr lang="en-US">
                <a:solidFill>
                  <a:schemeClr val="dk1"/>
                </a:solidFill>
              </a:rPr>
              <a:t>Leadership should prioritize cybersecurity by implementing robust security measures, allocating sufficient funding and resources, and investing in cybersecurity awareness training for well-educated employees.</a:t>
            </a:r>
            <a:endParaRPr>
              <a:solidFill>
                <a:schemeClr val="dk1"/>
              </a:solidFill>
            </a:endParaRPr>
          </a:p>
          <a:p>
            <a:pPr indent="-200844" lvl="0" marL="306000" rtl="0" algn="l">
              <a:spcBef>
                <a:spcPts val="0"/>
              </a:spcBef>
              <a:spcAft>
                <a:spcPts val="0"/>
              </a:spcAft>
              <a:buSzPts val="1656"/>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0"/>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chemeClr val="lt1"/>
              </a:buClr>
              <a:buSzPts val="5400"/>
              <a:buFont typeface="Gill Sans"/>
              <a:buNone/>
            </a:pPr>
            <a:r>
              <a:rPr b="1" lang="en-US" sz="5400"/>
              <a:t>REFERENCES</a:t>
            </a:r>
            <a:endParaRPr/>
          </a:p>
        </p:txBody>
      </p:sp>
      <p:sp>
        <p:nvSpPr>
          <p:cNvPr id="178" name="Google Shape;178;p10"/>
          <p:cNvSpPr txBox="1"/>
          <p:nvPr>
            <p:ph idx="1" type="body"/>
          </p:nvPr>
        </p:nvSpPr>
        <p:spPr>
          <a:xfrm>
            <a:off x="581192" y="2180496"/>
            <a:ext cx="11029615" cy="3678303"/>
          </a:xfrm>
          <a:prstGeom prst="rect">
            <a:avLst/>
          </a:prstGeom>
          <a:noFill/>
          <a:ln>
            <a:noFill/>
          </a:ln>
        </p:spPr>
        <p:txBody>
          <a:bodyPr anchorCtr="0" anchor="ctr" bIns="45700" lIns="91425" spcFirstLastPara="1" rIns="91425" wrap="square" tIns="45700">
            <a:normAutofit/>
          </a:bodyPr>
          <a:lstStyle/>
          <a:p>
            <a:pPr indent="-457200" lvl="0" marL="971550" rtl="0" algn="l">
              <a:lnSpc>
                <a:spcPct val="115000"/>
              </a:lnSpc>
              <a:spcBef>
                <a:spcPts val="0"/>
              </a:spcBef>
              <a:spcAft>
                <a:spcPts val="0"/>
              </a:spcAft>
              <a:buSzPts val="1100"/>
              <a:buNone/>
            </a:pPr>
            <a:r>
              <a:rPr lang="en-US" sz="1400">
                <a:solidFill>
                  <a:srgbClr val="3D3D3D"/>
                </a:solidFill>
                <a:latin typeface="Calibri"/>
                <a:ea typeface="Calibri"/>
                <a:cs typeface="Calibri"/>
                <a:sym typeface="Calibri"/>
              </a:rPr>
              <a:t>Deloitte Center for Financial Services. (2020). </a:t>
            </a:r>
            <a:r>
              <a:rPr i="1" lang="en-US" sz="1400">
                <a:solidFill>
                  <a:srgbClr val="3D3D3D"/>
                </a:solidFill>
                <a:latin typeface="Calibri"/>
                <a:ea typeface="Calibri"/>
                <a:cs typeface="Calibri"/>
                <a:sym typeface="Calibri"/>
              </a:rPr>
              <a:t>Reshaping the Cybersecurity Landscape</a:t>
            </a:r>
            <a:r>
              <a:rPr lang="en-US" sz="1400">
                <a:solidFill>
                  <a:srgbClr val="3D3D3D"/>
                </a:solidFill>
                <a:latin typeface="Calibri"/>
                <a:ea typeface="Calibri"/>
                <a:cs typeface="Calibri"/>
                <a:sym typeface="Calibri"/>
              </a:rPr>
              <a:t>. www.deloitte.com. </a:t>
            </a:r>
            <a:r>
              <a:rPr lang="en-US" sz="1400" u="sng">
                <a:solidFill>
                  <a:schemeClr val="hlink"/>
                </a:solidFill>
                <a:latin typeface="Calibri"/>
                <a:ea typeface="Calibri"/>
                <a:cs typeface="Calibri"/>
                <a:sym typeface="Calibri"/>
                <a:hlinkClick r:id="rId3"/>
              </a:rPr>
              <a:t>https://www2.deloitte.com/content/dam/insights/us/articles/6507_Cybersecurity-FS-ISAC/DI_2020-FS-ISAC-Cybersecurity.pdf</a:t>
            </a:r>
            <a:endParaRPr sz="1400">
              <a:solidFill>
                <a:srgbClr val="3D3D3D"/>
              </a:solidFill>
              <a:latin typeface="Calibri"/>
              <a:ea typeface="Calibri"/>
              <a:cs typeface="Calibri"/>
              <a:sym typeface="Calibri"/>
            </a:endParaRPr>
          </a:p>
          <a:p>
            <a:pPr indent="0" lvl="0" marL="304800" rtl="0" algn="l">
              <a:lnSpc>
                <a:spcPct val="115000"/>
              </a:lnSpc>
              <a:spcBef>
                <a:spcPts val="0"/>
              </a:spcBef>
              <a:spcAft>
                <a:spcPts val="0"/>
              </a:spcAft>
              <a:buClr>
                <a:schemeClr val="dk1"/>
              </a:buClr>
              <a:buSzPts val="1100"/>
              <a:buFont typeface="Arial"/>
              <a:buNone/>
            </a:pPr>
            <a:r>
              <a:t/>
            </a:r>
            <a:endParaRPr sz="1400">
              <a:solidFill>
                <a:srgbClr val="3D3D3D"/>
              </a:solidFill>
              <a:latin typeface="Calibri"/>
              <a:ea typeface="Calibri"/>
              <a:cs typeface="Calibri"/>
              <a:sym typeface="Calibri"/>
            </a:endParaRPr>
          </a:p>
          <a:p>
            <a:pPr indent="-457200" lvl="0" marL="971550" rtl="0" algn="l">
              <a:lnSpc>
                <a:spcPct val="115000"/>
              </a:lnSpc>
              <a:spcBef>
                <a:spcPts val="0"/>
              </a:spcBef>
              <a:spcAft>
                <a:spcPts val="0"/>
              </a:spcAft>
              <a:buClr>
                <a:schemeClr val="dk1"/>
              </a:buClr>
              <a:buSzPts val="1100"/>
              <a:buFont typeface="Arial"/>
              <a:buNone/>
            </a:pPr>
            <a:r>
              <a:rPr i="1" lang="en-US" sz="1400">
                <a:solidFill>
                  <a:srgbClr val="3D3D3D"/>
                </a:solidFill>
                <a:latin typeface="Calibri"/>
                <a:ea typeface="Calibri"/>
                <a:cs typeface="Calibri"/>
                <a:sym typeface="Calibri"/>
              </a:rPr>
              <a:t>Disaster recovery options in the cloud - Disaster Recovery of Workloads on AWS: Recovery in the Cloud</a:t>
            </a:r>
            <a:r>
              <a:rPr lang="en-US" sz="1400">
                <a:solidFill>
                  <a:srgbClr val="3D3D3D"/>
                </a:solidFill>
                <a:latin typeface="Calibri"/>
                <a:ea typeface="Calibri"/>
                <a:cs typeface="Calibri"/>
                <a:sym typeface="Calibri"/>
              </a:rPr>
              <a:t>. (2023). www.aws.amazon.com. https://docs.aws.amazon.com/whitepapers/latest/disaster-recovery-workloads-on-aws/disaster-recovery-options-in-the-cloud.html</a:t>
            </a:r>
            <a:endParaRPr sz="1400">
              <a:solidFill>
                <a:srgbClr val="3D3D3D"/>
              </a:solidFill>
              <a:latin typeface="Calibri"/>
              <a:ea typeface="Calibri"/>
              <a:cs typeface="Calibri"/>
              <a:sym typeface="Calibri"/>
            </a:endParaRPr>
          </a:p>
          <a:p>
            <a:pPr indent="-200844" lvl="0" marL="306000" rtl="0" algn="l">
              <a:spcBef>
                <a:spcPts val="0"/>
              </a:spcBef>
              <a:spcAft>
                <a:spcPts val="0"/>
              </a:spcAft>
              <a:buSzPts val="1656"/>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ividend">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2023-07-01T02:32:01Z</dcterms:created>
  <dc:creator>Shaquilla Chambers</dc:creator>
</cp:coreProperties>
</file>